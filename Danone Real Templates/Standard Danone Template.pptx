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5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6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7.xml" ContentType="application/vnd.openxmlformats-officedocument.theme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8.xml" ContentType="application/vnd.openxmlformats-officedocument.theme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theme/theme9.xml" ContentType="application/vnd.openxmlformats-officedocument.theme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theme/theme10.xml" ContentType="application/vnd.openxmlformats-officedocument.theme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theme/theme11.xml" ContentType="application/vnd.openxmlformats-officedocument.theme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875" r:id="rId4"/>
    <p:sldMasterId id="2147484409" r:id="rId5"/>
    <p:sldMasterId id="2147484466" r:id="rId6"/>
    <p:sldMasterId id="2147484672" r:id="rId7"/>
    <p:sldMasterId id="2147484491" r:id="rId8"/>
    <p:sldMasterId id="2147484516" r:id="rId9"/>
    <p:sldMasterId id="2147484541" r:id="rId10"/>
    <p:sldMasterId id="2147484566" r:id="rId11"/>
    <p:sldMasterId id="2147484439" r:id="rId12"/>
    <p:sldMasterId id="2147484591" r:id="rId13"/>
    <p:sldMasterId id="2147484616" r:id="rId14"/>
    <p:sldMasterId id="2147484641" r:id="rId15"/>
  </p:sldMasterIdLst>
  <p:notesMasterIdLst>
    <p:notesMasterId r:id="rId71"/>
  </p:notesMasterIdLst>
  <p:handoutMasterIdLst>
    <p:handoutMasterId r:id="rId72"/>
  </p:handoutMasterIdLst>
  <p:sldIdLst>
    <p:sldId id="478" r:id="rId16"/>
    <p:sldId id="519" r:id="rId17"/>
    <p:sldId id="586" r:id="rId18"/>
    <p:sldId id="585" r:id="rId19"/>
    <p:sldId id="497" r:id="rId20"/>
    <p:sldId id="498" r:id="rId21"/>
    <p:sldId id="500" r:id="rId22"/>
    <p:sldId id="502" r:id="rId23"/>
    <p:sldId id="518" r:id="rId24"/>
    <p:sldId id="587" r:id="rId25"/>
    <p:sldId id="591" r:id="rId26"/>
    <p:sldId id="466" r:id="rId27"/>
    <p:sldId id="592" r:id="rId28"/>
    <p:sldId id="593" r:id="rId29"/>
    <p:sldId id="594" r:id="rId30"/>
    <p:sldId id="516" r:id="rId31"/>
    <p:sldId id="442" r:id="rId32"/>
    <p:sldId id="454" r:id="rId33"/>
    <p:sldId id="506" r:id="rId34"/>
    <p:sldId id="470" r:id="rId35"/>
    <p:sldId id="598" r:id="rId36"/>
    <p:sldId id="599" r:id="rId37"/>
    <p:sldId id="467" r:id="rId38"/>
    <p:sldId id="600" r:id="rId39"/>
    <p:sldId id="601" r:id="rId40"/>
    <p:sldId id="602" r:id="rId41"/>
    <p:sldId id="603" r:id="rId42"/>
    <p:sldId id="456" r:id="rId43"/>
    <p:sldId id="604" r:id="rId44"/>
    <p:sldId id="495" r:id="rId45"/>
    <p:sldId id="471" r:id="rId46"/>
    <p:sldId id="472" r:id="rId47"/>
    <p:sldId id="480" r:id="rId48"/>
    <p:sldId id="482" r:id="rId49"/>
    <p:sldId id="588" r:id="rId50"/>
    <p:sldId id="483" r:id="rId51"/>
    <p:sldId id="492" r:id="rId52"/>
    <p:sldId id="475" r:id="rId53"/>
    <p:sldId id="282" r:id="rId54"/>
    <p:sldId id="283" r:id="rId55"/>
    <p:sldId id="284" r:id="rId56"/>
    <p:sldId id="285" r:id="rId57"/>
    <p:sldId id="286" r:id="rId58"/>
    <p:sldId id="496" r:id="rId59"/>
    <p:sldId id="510" r:id="rId60"/>
    <p:sldId id="297" r:id="rId61"/>
    <p:sldId id="291" r:id="rId62"/>
    <p:sldId id="511" r:id="rId63"/>
    <p:sldId id="590" r:id="rId64"/>
    <p:sldId id="288" r:id="rId65"/>
    <p:sldId id="289" r:id="rId66"/>
    <p:sldId id="299" r:id="rId67"/>
    <p:sldId id="486" r:id="rId68"/>
    <p:sldId id="477" r:id="rId69"/>
    <p:sldId id="605" r:id="rId70"/>
  </p:sldIdLst>
  <p:sldSz cx="12192000" cy="6858000"/>
  <p:notesSz cx="6735763" cy="9866313"/>
  <p:embeddedFontLst>
    <p:embeddedFont>
      <p:font typeface="Danone One" panose="02010600030101010101" charset="0"/>
      <p:regular r:id="rId73"/>
      <p:bold r:id="rId74"/>
      <p:italic r:id="rId75"/>
    </p:embeddedFont>
    <p:embeddedFont>
      <p:font typeface="Danone One Condensed" panose="02010600030101010101" charset="0"/>
      <p:regular r:id="rId76"/>
      <p:bold r:id="rId77"/>
    </p:embeddedFont>
    <p:embeddedFont>
      <p:font typeface="Danone One Light" panose="02010600030101010101" charset="0"/>
      <p:regular r:id="rId7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1231" autoAdjust="0"/>
  </p:normalViewPr>
  <p:slideViewPr>
    <p:cSldViewPr snapToGrid="0" showGuides="1">
      <p:cViewPr varScale="1">
        <p:scale>
          <a:sx n="100" d="100"/>
          <a:sy n="100" d="100"/>
        </p:scale>
        <p:origin x="140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4206"/>
    </p:cViewPr>
  </p:sorterViewPr>
  <p:notesViewPr>
    <p:cSldViewPr snapToGrid="0" showGuides="1">
      <p:cViewPr varScale="1">
        <p:scale>
          <a:sx n="109" d="100"/>
          <a:sy n="109" d="100"/>
        </p:scale>
        <p:origin x="4398" y="1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1.xml"/><Relationship Id="rId21" Type="http://schemas.openxmlformats.org/officeDocument/2006/relationships/slide" Target="slides/slide6.xml"/><Relationship Id="rId42" Type="http://schemas.openxmlformats.org/officeDocument/2006/relationships/slide" Target="slides/slide27.xml"/><Relationship Id="rId47" Type="http://schemas.openxmlformats.org/officeDocument/2006/relationships/slide" Target="slides/slide32.xml"/><Relationship Id="rId63" Type="http://schemas.openxmlformats.org/officeDocument/2006/relationships/slide" Target="slides/slide48.xml"/><Relationship Id="rId68" Type="http://schemas.openxmlformats.org/officeDocument/2006/relationships/slide" Target="slides/slide53.xml"/><Relationship Id="rId16" Type="http://schemas.openxmlformats.org/officeDocument/2006/relationships/slide" Target="slides/slide1.xml"/><Relationship Id="rId11" Type="http://schemas.openxmlformats.org/officeDocument/2006/relationships/slideMaster" Target="slideMasters/slideMaster8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53" Type="http://schemas.openxmlformats.org/officeDocument/2006/relationships/slide" Target="slides/slide38.xml"/><Relationship Id="rId58" Type="http://schemas.openxmlformats.org/officeDocument/2006/relationships/slide" Target="slides/slide43.xml"/><Relationship Id="rId74" Type="http://schemas.openxmlformats.org/officeDocument/2006/relationships/font" Target="fonts/font2.fntdata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46.xml"/><Relationship Id="rId82" Type="http://schemas.openxmlformats.org/officeDocument/2006/relationships/tableStyles" Target="tableStyles.xml"/><Relationship Id="rId19" Type="http://schemas.openxmlformats.org/officeDocument/2006/relationships/slide" Target="slides/slide4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slide" Target="slides/slide33.xml"/><Relationship Id="rId56" Type="http://schemas.openxmlformats.org/officeDocument/2006/relationships/slide" Target="slides/slide41.xml"/><Relationship Id="rId64" Type="http://schemas.openxmlformats.org/officeDocument/2006/relationships/slide" Target="slides/slide49.xml"/><Relationship Id="rId69" Type="http://schemas.openxmlformats.org/officeDocument/2006/relationships/slide" Target="slides/slide54.xml"/><Relationship Id="rId77" Type="http://schemas.openxmlformats.org/officeDocument/2006/relationships/font" Target="fonts/font5.fntdata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6.xml"/><Relationship Id="rId72" Type="http://schemas.openxmlformats.org/officeDocument/2006/relationships/handoutMaster" Target="handoutMasters/handoutMaster1.xml"/><Relationship Id="rId80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slide" Target="slides/slide31.xml"/><Relationship Id="rId59" Type="http://schemas.openxmlformats.org/officeDocument/2006/relationships/slide" Target="slides/slide44.xml"/><Relationship Id="rId67" Type="http://schemas.openxmlformats.org/officeDocument/2006/relationships/slide" Target="slides/slide52.xml"/><Relationship Id="rId20" Type="http://schemas.openxmlformats.org/officeDocument/2006/relationships/slide" Target="slides/slide5.xml"/><Relationship Id="rId41" Type="http://schemas.openxmlformats.org/officeDocument/2006/relationships/slide" Target="slides/slide26.xml"/><Relationship Id="rId54" Type="http://schemas.openxmlformats.org/officeDocument/2006/relationships/slide" Target="slides/slide39.xml"/><Relationship Id="rId62" Type="http://schemas.openxmlformats.org/officeDocument/2006/relationships/slide" Target="slides/slide47.xml"/><Relationship Id="rId70" Type="http://schemas.openxmlformats.org/officeDocument/2006/relationships/slide" Target="slides/slide55.xml"/><Relationship Id="rId75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slide" Target="slides/slide34.xml"/><Relationship Id="rId57" Type="http://schemas.openxmlformats.org/officeDocument/2006/relationships/slide" Target="slides/slide42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52" Type="http://schemas.openxmlformats.org/officeDocument/2006/relationships/slide" Target="slides/slide37.xml"/><Relationship Id="rId60" Type="http://schemas.openxmlformats.org/officeDocument/2006/relationships/slide" Target="slides/slide45.xml"/><Relationship Id="rId65" Type="http://schemas.openxmlformats.org/officeDocument/2006/relationships/slide" Target="slides/slide50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3.xml"/><Relationship Id="rId39" Type="http://schemas.openxmlformats.org/officeDocument/2006/relationships/slide" Target="slides/slide24.xml"/><Relationship Id="rId34" Type="http://schemas.openxmlformats.org/officeDocument/2006/relationships/slide" Target="slides/slide19.xml"/><Relationship Id="rId50" Type="http://schemas.openxmlformats.org/officeDocument/2006/relationships/slide" Target="slides/slide35.xml"/><Relationship Id="rId55" Type="http://schemas.openxmlformats.org/officeDocument/2006/relationships/slide" Target="slides/slide40.xml"/><Relationship Id="rId76" Type="http://schemas.openxmlformats.org/officeDocument/2006/relationships/font" Target="fonts/font4.fntdata"/><Relationship Id="rId7" Type="http://schemas.openxmlformats.org/officeDocument/2006/relationships/slideMaster" Target="slideMasters/slideMaster4.xml"/><Relationship Id="rId71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14.xml"/><Relationship Id="rId24" Type="http://schemas.openxmlformats.org/officeDocument/2006/relationships/slide" Target="slides/slide9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66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1" i="0" u="none" strike="noStrike" kern="1200" spc="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r>
              <a:rPr lang="en-US" b="1" dirty="0">
                <a:latin typeface="Danone One Condensed" panose="020B0504030202020204" pitchFamily="34" charset="0"/>
              </a:rPr>
              <a:t>Values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1" i="0" u="none" strike="noStrike" kern="1200" spc="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1-CD70-4FB0-BD5F-613710F308AD}"/>
              </c:ext>
            </c:extLst>
          </c:dPt>
          <c:dPt>
            <c:idx val="1"/>
            <c:invertIfNegative val="0"/>
            <c:bubble3D val="0"/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3-CD70-4FB0-BD5F-613710F308AD}"/>
              </c:ext>
            </c:extLst>
          </c:dPt>
          <c:dPt>
            <c:idx val="2"/>
            <c:invertIfNegative val="0"/>
            <c:bubble3D val="0"/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5-CD70-4FB0-BD5F-613710F308AD}"/>
              </c:ext>
            </c:extLst>
          </c:dPt>
          <c:dPt>
            <c:idx val="3"/>
            <c:invertIfNegative val="0"/>
            <c:bubble3D val="0"/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7-CD70-4FB0-BD5F-613710F308AD}"/>
              </c:ext>
            </c:extLst>
          </c:dPt>
          <c:dPt>
            <c:idx val="4"/>
            <c:invertIfNegative val="0"/>
            <c:bubble3D val="0"/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9-CD70-4FB0-BD5F-613710F308AD}"/>
              </c:ext>
            </c:extLst>
          </c:dPt>
          <c:dPt>
            <c:idx val="5"/>
            <c:invertIfNegative val="0"/>
            <c:bubble3D val="0"/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B-CD70-4FB0-BD5F-613710F308AD}"/>
              </c:ext>
            </c:extLst>
          </c:dPt>
          <c:cat>
            <c:strRef>
              <c:f>Sheet1!$A$2:$A$7</c:f>
              <c:strCache>
                <c:ptCount val="6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 Qtr</c:v>
                </c:pt>
                <c:pt idx="5">
                  <c:v>6th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1.4</c:v>
                </c:pt>
                <c:pt idx="5">
                  <c:v>3</c:v>
                </c:pt>
              </c:numCache>
            </c:numRef>
          </c:val>
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0C-CD70-4FB0-BD5F-613710F308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38992543"/>
        <c:axId val="138985055"/>
      </c:barChart>
      <c:valAx>
        <c:axId val="138985055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38992543"/>
        <c:crosses val="autoZero"/>
        <c:crossBetween val="between"/>
      </c:valAx>
      <c:catAx>
        <c:axId val="138992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389850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0" i="0" u="none" strike="noStrike" kern="1200" cap="all" spc="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r>
              <a:rPr lang="en-US" b="1" dirty="0">
                <a:latin typeface="+mj-lt"/>
              </a:rPr>
              <a:t>INSERT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0" i="0" u="none" strike="noStrike" kern="1200" cap="all" spc="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INSERT TITLE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1-B0DB-467B-BA25-4A6A841644F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3-B0DB-467B-BA25-4A6A841644F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5-B0DB-467B-BA25-4A6A841644F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7-B0DB-467B-BA25-4A6A841644F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9-B0DB-467B-BA25-4A6A841644F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  <c:ext xmlns:c16="http://schemas.microsoft.com/office/drawing/2014/chart" uri="{C3380CC4-5D6E-409C-BE32-E72D297353CC}">
                <c16:uniqueId val="{0000000B-B0DB-467B-BA25-4A6A841644F9}"/>
              </c:ext>
            </c:extLst>
          </c:dPt>
          <c:cat>
            <c:strRef>
              <c:f>Sheet1!$A$2:$A$7</c:f>
              <c:strCache>
                <c:ptCount val="6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 Qtr</c:v>
                </c:pt>
                <c:pt idx="5">
                  <c:v>6th Qtr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1.4</c:v>
                </c:pt>
                <c:pt idx="5">
                  <c:v>3</c:v>
                </c:pt>
              </c:numCache>
            </c:numRef>
          </c:val>
      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      <c:ext xmlns:c16="http://schemas.microsoft.com/office/drawing/2014/chart" uri="{C3380CC4-5D6E-409C-BE32-E72D297353CC}">
              <c16:uniqueId val="{00000000-FFBA-47E0-B9E9-27CBEA0CBE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 xmlns:c16r3="http://schemas.microsoft.com/office/drawing/2017/03/chart" xmlns:c16="http://schemas.microsoft.com/office/drawing/2014/chart" xmlns:c14="http://schemas.microsoft.com/office/drawing/2007/8/2/chart" xmlns:mc="http://schemas.openxmlformats.org/markup-compatibility/2006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38D09D-1A2D-C668-5AB1-4EE83BE526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B29713-CF3F-0CB1-18AB-FAE0A1FAA3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093C4-DEE1-4C4E-AC4A-8D017280FD94}" type="datetimeFigureOut">
              <a:rPr lang="nl-NL" smtClean="0"/>
              <a:t>9-5-2026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7D65A-68FA-58A1-E27D-85C78380D4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1B976-8285-D1BD-234A-3643389D95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0D8E1-31E2-4AB0-9777-B104CB49795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74099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08" userDrawn="1">
          <p15:clr>
            <a:srgbClr val="F26B43"/>
          </p15:clr>
        </p15:guide>
        <p15:guide id="2" pos="212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74519-6056-489F-B3DD-67FB69B5B4F9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76578-FC10-421F-932F-4524DC22D5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907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anone One" panose="020B0504030202020204" pitchFamily="34" charset="0"/>
        <a:ea typeface="+mn-ea"/>
        <a:cs typeface="Calibri" panose="020F050202020403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Danone One" panose="020B0504030202020204" pitchFamily="34" charset="0"/>
        <a:ea typeface="+mn-ea"/>
        <a:cs typeface="Calibri" panose="020F050202020403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Danone One" panose="020B0504030202020204" pitchFamily="34" charset="0"/>
        <a:ea typeface="+mn-ea"/>
        <a:cs typeface="Calibri" panose="020F050202020403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Danone One" panose="020B0504030202020204" pitchFamily="34" charset="0"/>
        <a:ea typeface="+mn-ea"/>
        <a:cs typeface="Calibri" panose="020F050202020403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Danone One" panose="020B0504030202020204" pitchFamily="34" charset="0"/>
        <a:ea typeface="+mn-ea"/>
        <a:cs typeface="Calibri" panose="020F050202020403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07" userDrawn="1">
          <p15:clr>
            <a:srgbClr val="F26B43"/>
          </p15:clr>
        </p15:guide>
        <p15:guide id="2" pos="21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76578-FC10-421F-932F-4524DC22D5C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633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76578-FC10-421F-932F-4524DC22D5C7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671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76578-FC10-421F-932F-4524DC22D5C7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022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svg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svg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4.svg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4.svg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4.svg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8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4.svg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4.svg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Relationship Id="rId5" Type="http://schemas.openxmlformats.org/officeDocument/2006/relationships/image" Target="../media/image6.svg"/><Relationship Id="rId4" Type="http://schemas.openxmlformats.org/officeDocument/2006/relationships/image" Target="../media/image4.svg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4.svg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D3AD1F9-B517-4828-F501-755064E6435C}"/>
              </a:ext>
            </a:extLst>
          </p:cNvPr>
          <p:cNvSpPr>
            <a:spLocks/>
          </p:cNvSpPr>
          <p:nvPr userDrawn="1"/>
        </p:nvSpPr>
        <p:spPr>
          <a:xfrm>
            <a:off x="2316000" y="-5560"/>
            <a:ext cx="7560000" cy="6883880"/>
          </a:xfrm>
          <a:custGeom>
            <a:avLst/>
            <a:gdLst>
              <a:gd name="connsiteX0" fmla="*/ 2201620 w 7560000"/>
              <a:gd name="connsiteY0" fmla="*/ 0 h 6883880"/>
              <a:gd name="connsiteX1" fmla="*/ 5358380 w 7560000"/>
              <a:gd name="connsiteY1" fmla="*/ 0 h 6883880"/>
              <a:gd name="connsiteX2" fmla="*/ 5418786 w 7560000"/>
              <a:gd name="connsiteY2" fmla="*/ 27309 h 6883880"/>
              <a:gd name="connsiteX3" fmla="*/ 7560000 w 7560000"/>
              <a:gd name="connsiteY3" fmla="*/ 3434560 h 6883880"/>
              <a:gd name="connsiteX4" fmla="*/ 5418786 w 7560000"/>
              <a:gd name="connsiteY4" fmla="*/ 6841811 h 6883880"/>
              <a:gd name="connsiteX5" fmla="*/ 5325732 w 7560000"/>
              <a:gd name="connsiteY5" fmla="*/ 6883880 h 6883880"/>
              <a:gd name="connsiteX6" fmla="*/ 2234269 w 7560000"/>
              <a:gd name="connsiteY6" fmla="*/ 6883880 h 6883880"/>
              <a:gd name="connsiteX7" fmla="*/ 2141214 w 7560000"/>
              <a:gd name="connsiteY7" fmla="*/ 6841811 h 6883880"/>
              <a:gd name="connsiteX8" fmla="*/ 0 w 7560000"/>
              <a:gd name="connsiteY8" fmla="*/ 3434560 h 6883880"/>
              <a:gd name="connsiteX9" fmla="*/ 2141214 w 7560000"/>
              <a:gd name="connsiteY9" fmla="*/ 27309 h 688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60000" h="6883880">
                <a:moveTo>
                  <a:pt x="2201620" y="0"/>
                </a:moveTo>
                <a:lnTo>
                  <a:pt x="5358380" y="0"/>
                </a:lnTo>
                <a:lnTo>
                  <a:pt x="5418786" y="27309"/>
                </a:lnTo>
                <a:cubicBezTo>
                  <a:pt x="6685722" y="637782"/>
                  <a:pt x="7560000" y="1934072"/>
                  <a:pt x="7560000" y="3434560"/>
                </a:cubicBezTo>
                <a:cubicBezTo>
                  <a:pt x="7560000" y="4935049"/>
                  <a:pt x="6685722" y="6231339"/>
                  <a:pt x="5418786" y="6841811"/>
                </a:cubicBezTo>
                <a:lnTo>
                  <a:pt x="5325732" y="6883880"/>
                </a:lnTo>
                <a:lnTo>
                  <a:pt x="2234269" y="6883880"/>
                </a:lnTo>
                <a:lnTo>
                  <a:pt x="2141214" y="6841811"/>
                </a:lnTo>
                <a:cubicBezTo>
                  <a:pt x="874278" y="6231339"/>
                  <a:pt x="0" y="4935049"/>
                  <a:pt x="0" y="3434560"/>
                </a:cubicBezTo>
                <a:cubicBezTo>
                  <a:pt x="0" y="1934072"/>
                  <a:pt x="874278" y="637782"/>
                  <a:pt x="2141214" y="2730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Danone One Light" panose="020B0304030202020204" pitchFamily="34" charset="0"/>
            </a:endParaRPr>
          </a:p>
        </p:txBody>
      </p:sp>
      <p:pic>
        <p:nvPicPr>
          <p:cNvPr id="20" name="Danone-_Danone_Logo_Seconadry_Watercolour_Horizontal.png">
            <a:extLst>
              <a:ext uri="{FF2B5EF4-FFF2-40B4-BE49-F238E27FC236}">
                <a16:creationId xmlns:a16="http://schemas.microsoft.com/office/drawing/2014/main" id="{C05CD3F6-E0A7-0827-933E-03CAF2459654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12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itle Placeholder">
            <a:extLst>
              <a:ext uri="{FF2B5EF4-FFF2-40B4-BE49-F238E27FC236}">
                <a16:creationId xmlns:a16="http://schemas.microsoft.com/office/drawing/2014/main" id="{9E925E10-2A9D-0B46-7030-8A65409C73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2052" y="1109663"/>
            <a:ext cx="4779962" cy="946107"/>
          </a:xfrm>
        </p:spPr>
        <p:txBody>
          <a:bodyPr>
            <a:normAutofit/>
          </a:bodyPr>
          <a:lstStyle>
            <a:lvl1pPr algn="ctr">
              <a:defRPr sz="2800" b="0" cap="none" baseline="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Date or subtitle</a:t>
            </a:r>
          </a:p>
        </p:txBody>
      </p:sp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4000" y="1705245"/>
            <a:ext cx="6984000" cy="3867075"/>
          </a:xfrm>
        </p:spPr>
        <p:txBody>
          <a:bodyPr anchor="ctr">
            <a:normAutofit/>
          </a:bodyPr>
          <a:lstStyle>
            <a:lvl1pPr marL="0" algn="ctr" defTabSz="914400" rtl="0" eaLnBrk="1" latinLnBrk="0" hangingPunct="1">
              <a:defRPr lang="en-GB" sz="6600" kern="1200" cap="all" baseline="0" dirty="0">
                <a:solidFill>
                  <a:srgbClr val="005EB8"/>
                </a:solidFill>
                <a:latin typeface="+mj-lt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 dirty="0"/>
              <a:t>OPENING SLIDE title</a:t>
            </a:r>
          </a:p>
        </p:txBody>
      </p:sp>
    </p:spTree>
    <p:extLst>
      <p:ext uri="{BB962C8B-B14F-4D97-AF65-F5344CB8AC3E}">
        <p14:creationId xmlns:p14="http://schemas.microsoft.com/office/powerpoint/2010/main" val="129013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Photo 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473A754-125D-7801-FFE3-62FBF44B7DA3}"/>
              </a:ext>
            </a:extLst>
          </p:cNvPr>
          <p:cNvSpPr>
            <a:spLocks noChangeAspect="1"/>
          </p:cNvSpPr>
          <p:nvPr userDrawn="1"/>
        </p:nvSpPr>
        <p:spPr>
          <a:xfrm>
            <a:off x="1664016" y="0"/>
            <a:ext cx="8863966" cy="6878320"/>
          </a:xfrm>
          <a:custGeom>
            <a:avLst/>
            <a:gdLst>
              <a:gd name="connsiteX0" fmla="*/ 1624367 w 8863966"/>
              <a:gd name="connsiteY0" fmla="*/ 0 h 6878320"/>
              <a:gd name="connsiteX1" fmla="*/ 7239599 w 8863966"/>
              <a:gd name="connsiteY1" fmla="*/ 0 h 6878320"/>
              <a:gd name="connsiteX2" fmla="*/ 7251136 w 8863966"/>
              <a:gd name="connsiteY2" fmla="*/ 9066 h 6878320"/>
              <a:gd name="connsiteX3" fmla="*/ 8863966 w 8863966"/>
              <a:gd name="connsiteY3" fmla="*/ 3429000 h 6878320"/>
              <a:gd name="connsiteX4" fmla="*/ 7251136 w 8863966"/>
              <a:gd name="connsiteY4" fmla="*/ 6848934 h 6878320"/>
              <a:gd name="connsiteX5" fmla="*/ 7213741 w 8863966"/>
              <a:gd name="connsiteY5" fmla="*/ 6878320 h 6878320"/>
              <a:gd name="connsiteX6" fmla="*/ 1650225 w 8863966"/>
              <a:gd name="connsiteY6" fmla="*/ 6878320 h 6878320"/>
              <a:gd name="connsiteX7" fmla="*/ 1612830 w 8863966"/>
              <a:gd name="connsiteY7" fmla="*/ 6848934 h 6878320"/>
              <a:gd name="connsiteX8" fmla="*/ 0 w 8863966"/>
              <a:gd name="connsiteY8" fmla="*/ 3429000 h 6878320"/>
              <a:gd name="connsiteX9" fmla="*/ 1612830 w 8863966"/>
              <a:gd name="connsiteY9" fmla="*/ 9066 h 687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863966" h="6878320">
                <a:moveTo>
                  <a:pt x="1624367" y="0"/>
                </a:moveTo>
                <a:lnTo>
                  <a:pt x="7239599" y="0"/>
                </a:lnTo>
                <a:lnTo>
                  <a:pt x="7251136" y="9066"/>
                </a:lnTo>
                <a:cubicBezTo>
                  <a:pt x="8236132" y="821957"/>
                  <a:pt x="8863966" y="2052159"/>
                  <a:pt x="8863966" y="3429000"/>
                </a:cubicBezTo>
                <a:cubicBezTo>
                  <a:pt x="8863966" y="4805841"/>
                  <a:pt x="8236132" y="6036043"/>
                  <a:pt x="7251136" y="6848934"/>
                </a:cubicBezTo>
                <a:lnTo>
                  <a:pt x="7213741" y="6878320"/>
                </a:lnTo>
                <a:lnTo>
                  <a:pt x="1650225" y="6878320"/>
                </a:lnTo>
                <a:lnTo>
                  <a:pt x="1612830" y="6848934"/>
                </a:lnTo>
                <a:cubicBezTo>
                  <a:pt x="627834" y="6036043"/>
                  <a:pt x="0" y="4805841"/>
                  <a:pt x="0" y="3429000"/>
                </a:cubicBezTo>
                <a:cubicBezTo>
                  <a:pt x="0" y="2052159"/>
                  <a:pt x="627835" y="821957"/>
                  <a:pt x="1612830" y="9066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600" dirty="0" err="1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96E9493-8CBA-F4AB-F885-C27A214E66DC}"/>
              </a:ext>
            </a:extLst>
          </p:cNvPr>
          <p:cNvSpPr>
            <a:spLocks/>
          </p:cNvSpPr>
          <p:nvPr userDrawn="1"/>
        </p:nvSpPr>
        <p:spPr>
          <a:xfrm>
            <a:off x="2315999" y="-5560"/>
            <a:ext cx="7560000" cy="6883880"/>
          </a:xfrm>
          <a:custGeom>
            <a:avLst/>
            <a:gdLst>
              <a:gd name="connsiteX0" fmla="*/ 2201620 w 7560000"/>
              <a:gd name="connsiteY0" fmla="*/ 0 h 6883880"/>
              <a:gd name="connsiteX1" fmla="*/ 5358380 w 7560000"/>
              <a:gd name="connsiteY1" fmla="*/ 0 h 6883880"/>
              <a:gd name="connsiteX2" fmla="*/ 5418786 w 7560000"/>
              <a:gd name="connsiteY2" fmla="*/ 27309 h 6883880"/>
              <a:gd name="connsiteX3" fmla="*/ 7560000 w 7560000"/>
              <a:gd name="connsiteY3" fmla="*/ 3434560 h 6883880"/>
              <a:gd name="connsiteX4" fmla="*/ 5418786 w 7560000"/>
              <a:gd name="connsiteY4" fmla="*/ 6841811 h 6883880"/>
              <a:gd name="connsiteX5" fmla="*/ 5325732 w 7560000"/>
              <a:gd name="connsiteY5" fmla="*/ 6883880 h 6883880"/>
              <a:gd name="connsiteX6" fmla="*/ 2234269 w 7560000"/>
              <a:gd name="connsiteY6" fmla="*/ 6883880 h 6883880"/>
              <a:gd name="connsiteX7" fmla="*/ 2141214 w 7560000"/>
              <a:gd name="connsiteY7" fmla="*/ 6841811 h 6883880"/>
              <a:gd name="connsiteX8" fmla="*/ 0 w 7560000"/>
              <a:gd name="connsiteY8" fmla="*/ 3434560 h 6883880"/>
              <a:gd name="connsiteX9" fmla="*/ 2141214 w 7560000"/>
              <a:gd name="connsiteY9" fmla="*/ 27309 h 688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60000" h="6883880">
                <a:moveTo>
                  <a:pt x="2201620" y="0"/>
                </a:moveTo>
                <a:lnTo>
                  <a:pt x="5358380" y="0"/>
                </a:lnTo>
                <a:lnTo>
                  <a:pt x="5418786" y="27309"/>
                </a:lnTo>
                <a:cubicBezTo>
                  <a:pt x="6685722" y="637782"/>
                  <a:pt x="7560000" y="1934072"/>
                  <a:pt x="7560000" y="3434560"/>
                </a:cubicBezTo>
                <a:cubicBezTo>
                  <a:pt x="7560000" y="4935049"/>
                  <a:pt x="6685722" y="6231339"/>
                  <a:pt x="5418786" y="6841811"/>
                </a:cubicBezTo>
                <a:lnTo>
                  <a:pt x="5325732" y="6883880"/>
                </a:lnTo>
                <a:lnTo>
                  <a:pt x="2234269" y="6883880"/>
                </a:lnTo>
                <a:lnTo>
                  <a:pt x="2141214" y="6841811"/>
                </a:lnTo>
                <a:cubicBezTo>
                  <a:pt x="874278" y="6231339"/>
                  <a:pt x="0" y="4935049"/>
                  <a:pt x="0" y="3434560"/>
                </a:cubicBezTo>
                <a:cubicBezTo>
                  <a:pt x="0" y="1934072"/>
                  <a:pt x="874278" y="637782"/>
                  <a:pt x="2141214" y="2730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Danone One Light" panose="020B0304030202020204" pitchFamily="34" charset="0"/>
            </a:endParaRPr>
          </a:p>
        </p:txBody>
      </p:sp>
      <p:pic>
        <p:nvPicPr>
          <p:cNvPr id="20" name="Danone-_Danone_Logo_Seconadry_Watercolour_Horizontal.png">
            <a:extLst>
              <a:ext uri="{FF2B5EF4-FFF2-40B4-BE49-F238E27FC236}">
                <a16:creationId xmlns:a16="http://schemas.microsoft.com/office/drawing/2014/main" id="{C05CD3F6-E0A7-0827-933E-03CAF2459654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12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itle Placeholder">
            <a:extLst>
              <a:ext uri="{FF2B5EF4-FFF2-40B4-BE49-F238E27FC236}">
                <a16:creationId xmlns:a16="http://schemas.microsoft.com/office/drawing/2014/main" id="{9E925E10-2A9D-0B46-7030-8A65409C73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2052" y="1109663"/>
            <a:ext cx="4779962" cy="946107"/>
          </a:xfrm>
        </p:spPr>
        <p:txBody>
          <a:bodyPr>
            <a:normAutofit/>
          </a:bodyPr>
          <a:lstStyle>
            <a:lvl1pPr algn="ctr">
              <a:defRPr sz="2800" b="0" cap="none" baseline="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Date or subtitle</a:t>
            </a:r>
          </a:p>
        </p:txBody>
      </p:sp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4000" y="1705245"/>
            <a:ext cx="6984000" cy="3867075"/>
          </a:xfrm>
        </p:spPr>
        <p:txBody>
          <a:bodyPr anchor="ctr">
            <a:normAutofit/>
          </a:bodyPr>
          <a:lstStyle>
            <a:lvl1pPr marL="0" algn="ctr" defTabSz="914400" rtl="0" eaLnBrk="1" latinLnBrk="0" hangingPunct="1">
              <a:defRPr lang="en-GB" sz="6600" kern="1200" cap="all" baseline="0" dirty="0">
                <a:solidFill>
                  <a:srgbClr val="005EB8"/>
                </a:solidFill>
                <a:latin typeface="+mj-lt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 dirty="0"/>
              <a:t>OPENING SLIDE title</a:t>
            </a:r>
          </a:p>
        </p:txBody>
      </p:sp>
      <p:pic>
        <p:nvPicPr>
          <p:cNvPr id="8" name="Help 5">
            <a:extLst>
              <a:ext uri="{FF2B5EF4-FFF2-40B4-BE49-F238E27FC236}">
                <a16:creationId xmlns:a16="http://schemas.microsoft.com/office/drawing/2014/main" id="{BA5D7AA2-8AF5-0C9C-EF46-13CB89A372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6">
            <a:extLst>
              <a:ext uri="{FF2B5EF4-FFF2-40B4-BE49-F238E27FC236}">
                <a16:creationId xmlns:a16="http://schemas.microsoft.com/office/drawing/2014/main" id="{9DF9FFE1-C77E-DC76-E2B5-390F60D0CD57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2" name="Help 10">
            <a:extLst>
              <a:ext uri="{FF2B5EF4-FFF2-40B4-BE49-F238E27FC236}">
                <a16:creationId xmlns:a16="http://schemas.microsoft.com/office/drawing/2014/main" id="{B15466C2-7CBB-81F4-F3D4-8AD4889A4BD7}"/>
              </a:ext>
            </a:extLst>
          </p:cNvPr>
          <p:cNvSpPr>
            <a:spLocks/>
          </p:cNvSpPr>
          <p:nvPr userDrawn="1"/>
        </p:nvSpPr>
        <p:spPr>
          <a:xfrm>
            <a:off x="12281626" y="4915613"/>
            <a:ext cx="662152" cy="136501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SLIDE FILL</a:t>
            </a:r>
          </a:p>
        </p:txBody>
      </p:sp>
      <p:sp>
        <p:nvSpPr>
          <p:cNvPr id="14" name="Help 11">
            <a:extLst>
              <a:ext uri="{FF2B5EF4-FFF2-40B4-BE49-F238E27FC236}">
                <a16:creationId xmlns:a16="http://schemas.microsoft.com/office/drawing/2014/main" id="{50BABE76-D85F-E899-8EE0-F71FA32D3B21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1798262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5" name="Help 12">
            <a:extLst>
              <a:ext uri="{FF2B5EF4-FFF2-40B4-BE49-F238E27FC236}">
                <a16:creationId xmlns:a16="http://schemas.microsoft.com/office/drawing/2014/main" id="{1AE1BC02-945F-43B5-E369-AE9E6D931F62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120032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Photo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in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the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‘Format Background’  menu option. Change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the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background 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fill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your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image</a:t>
            </a:r>
          </a:p>
        </p:txBody>
      </p:sp>
      <p:pic>
        <p:nvPicPr>
          <p:cNvPr id="16" name="Help 13">
            <a:extLst>
              <a:ext uri="{FF2B5EF4-FFF2-40B4-BE49-F238E27FC236}">
                <a16:creationId xmlns:a16="http://schemas.microsoft.com/office/drawing/2014/main" id="{2217C11D-4D4C-DF5D-53F5-CF2A02F0BE81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06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Squar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6E9493-8CBA-F4AB-F885-C27A214E66DC}"/>
              </a:ext>
            </a:extLst>
          </p:cNvPr>
          <p:cNvSpPr>
            <a:spLocks/>
          </p:cNvSpPr>
          <p:nvPr userDrawn="1"/>
        </p:nvSpPr>
        <p:spPr>
          <a:xfrm>
            <a:off x="2" y="-5560"/>
            <a:ext cx="2892423" cy="68635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Danone One Light" panose="020B0304030202020204" pitchFamily="34" charset="0"/>
            </a:endParaRPr>
          </a:p>
        </p:txBody>
      </p:sp>
      <p:pic>
        <p:nvPicPr>
          <p:cNvPr id="20" name="Danone-_Danone_Logo_Seconadry_Watercolour_Horizontal.png">
            <a:extLst>
              <a:ext uri="{FF2B5EF4-FFF2-40B4-BE49-F238E27FC236}">
                <a16:creationId xmlns:a16="http://schemas.microsoft.com/office/drawing/2014/main" id="{C05CD3F6-E0A7-0827-933E-03CAF2459654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49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26" name="Title Placeholder">
            <a:extLst>
              <a:ext uri="{FF2B5EF4-FFF2-40B4-BE49-F238E27FC236}">
                <a16:creationId xmlns:a16="http://schemas.microsoft.com/office/drawing/2014/main" id="{9E925E10-2A9D-0B46-7030-8A65409C73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5049" y="4906002"/>
            <a:ext cx="6842125" cy="1431299"/>
          </a:xfrm>
        </p:spPr>
        <p:txBody>
          <a:bodyPr>
            <a:normAutofit/>
          </a:bodyPr>
          <a:lstStyle>
            <a:lvl1pPr algn="l">
              <a:defRPr sz="2800" b="0" cap="none" baseline="0">
                <a:solidFill>
                  <a:schemeClr val="bg1"/>
                </a:solidFill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Date or subtitle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050" y="1736726"/>
            <a:ext cx="6842125" cy="3492500"/>
          </a:xfrm>
        </p:spPr>
        <p:txBody>
          <a:bodyPr anchor="t">
            <a:normAutofit/>
          </a:bodyPr>
          <a:lstStyle>
            <a:lvl1pPr marL="0" algn="l" defTabSz="914400" rtl="0" eaLnBrk="1" latinLnBrk="0" hangingPunct="1">
              <a:defRPr lang="en-GB" sz="6600" kern="1200" cap="all" baseline="0" dirty="0">
                <a:solidFill>
                  <a:schemeClr val="bg1"/>
                </a:solidFill>
                <a:latin typeface="+mj-lt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 dirty="0"/>
              <a:t>OPENING SLIDE title</a:t>
            </a:r>
          </a:p>
        </p:txBody>
      </p:sp>
    </p:spTree>
    <p:extLst>
      <p:ext uri="{BB962C8B-B14F-4D97-AF65-F5344CB8AC3E}">
        <p14:creationId xmlns:p14="http://schemas.microsoft.com/office/powerpoint/2010/main" val="3308043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22">
          <p15:clr>
            <a:srgbClr val="FBAE40"/>
          </p15:clr>
        </p15:guide>
        <p15:guide id="2" pos="2252">
          <p15:clr>
            <a:srgbClr val="FBAE40"/>
          </p15:clr>
        </p15:guide>
        <p15:guide id="3" orient="horz" pos="3294" userDrawn="1">
          <p15:clr>
            <a:srgbClr val="FBAE40"/>
          </p15:clr>
        </p15:guide>
        <p15:guide id="4" pos="656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quare + Photo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6E9493-8CBA-F4AB-F885-C27A214E66DC}"/>
              </a:ext>
            </a:extLst>
          </p:cNvPr>
          <p:cNvSpPr>
            <a:spLocks/>
          </p:cNvSpPr>
          <p:nvPr userDrawn="1"/>
        </p:nvSpPr>
        <p:spPr>
          <a:xfrm>
            <a:off x="-11797" y="0"/>
            <a:ext cx="2904222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Danone One Light" panose="020B0304030202020204" pitchFamily="34" charset="0"/>
            </a:endParaRPr>
          </a:p>
        </p:txBody>
      </p:sp>
      <p:pic>
        <p:nvPicPr>
          <p:cNvPr id="20" name="Danone-_Danone_Logo_Seconadry_Watercolour_Horizontal.png">
            <a:extLst>
              <a:ext uri="{FF2B5EF4-FFF2-40B4-BE49-F238E27FC236}">
                <a16:creationId xmlns:a16="http://schemas.microsoft.com/office/drawing/2014/main" id="{C05CD3F6-E0A7-0827-933E-03CAF2459654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49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26" name="Title Placeholder">
            <a:extLst>
              <a:ext uri="{FF2B5EF4-FFF2-40B4-BE49-F238E27FC236}">
                <a16:creationId xmlns:a16="http://schemas.microsoft.com/office/drawing/2014/main" id="{9E925E10-2A9D-0B46-7030-8A65409C73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5050" y="6134472"/>
            <a:ext cx="7850187" cy="471055"/>
          </a:xfrm>
        </p:spPr>
        <p:txBody>
          <a:bodyPr>
            <a:normAutofit/>
          </a:bodyPr>
          <a:lstStyle>
            <a:lvl1pPr algn="l">
              <a:defRPr sz="2000" b="0" cap="none" baseline="0">
                <a:solidFill>
                  <a:schemeClr val="bg1"/>
                </a:solidFill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Date or subtitle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049" y="4403321"/>
            <a:ext cx="7993063" cy="1089097"/>
          </a:xfrm>
        </p:spPr>
        <p:txBody>
          <a:bodyPr anchor="t">
            <a:normAutofit/>
          </a:bodyPr>
          <a:lstStyle>
            <a:lvl1pPr marL="0" algn="l" defTabSz="914400" rtl="0" eaLnBrk="1" latinLnBrk="0" hangingPunct="1">
              <a:defRPr lang="en-GB" sz="5400" kern="1200" cap="all" baseline="0" dirty="0">
                <a:solidFill>
                  <a:schemeClr val="bg1"/>
                </a:solidFill>
                <a:latin typeface="+mj-lt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 dirty="0"/>
              <a:t>OPENING SLIDE title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4BB7F193-9FD0-D25B-313C-8567660873D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92571" y="0"/>
            <a:ext cx="9299429" cy="4221163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GB" dirty="0"/>
          </a:p>
        </p:txBody>
      </p:sp>
      <p:pic>
        <p:nvPicPr>
          <p:cNvPr id="9" name="Help 5">
            <a:extLst>
              <a:ext uri="{FF2B5EF4-FFF2-40B4-BE49-F238E27FC236}">
                <a16:creationId xmlns:a16="http://schemas.microsoft.com/office/drawing/2014/main" id="{1DF43CFB-934B-B3E5-3237-A7617E1736F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0" name="Help 6">
            <a:extLst>
              <a:ext uri="{FF2B5EF4-FFF2-40B4-BE49-F238E27FC236}">
                <a16:creationId xmlns:a16="http://schemas.microsoft.com/office/drawing/2014/main" id="{A9E89810-FC78-5E29-9557-4B836777B09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1" name="Help 7">
            <a:extLst>
              <a:ext uri="{FF2B5EF4-FFF2-40B4-BE49-F238E27FC236}">
                <a16:creationId xmlns:a16="http://schemas.microsoft.com/office/drawing/2014/main" id="{2EFDFEFF-7714-DEA2-0A14-82BFA89B80A3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2" name="Help 8">
            <a:extLst>
              <a:ext uri="{FF2B5EF4-FFF2-40B4-BE49-F238E27FC236}">
                <a16:creationId xmlns:a16="http://schemas.microsoft.com/office/drawing/2014/main" id="{7BED64BE-C32F-FF35-30ED-B13B057DE1B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10">
            <a:extLst>
              <a:ext uri="{FF2B5EF4-FFF2-40B4-BE49-F238E27FC236}">
                <a16:creationId xmlns:a16="http://schemas.microsoft.com/office/drawing/2014/main" id="{69042985-CB0A-0CAF-4FC1-4194B4982313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4" name="Help 11">
            <a:extLst>
              <a:ext uri="{FF2B5EF4-FFF2-40B4-BE49-F238E27FC236}">
                <a16:creationId xmlns:a16="http://schemas.microsoft.com/office/drawing/2014/main" id="{09EF52B4-DDEC-82AF-E36D-8C1AFB67480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5" name="Help 12">
            <a:extLst>
              <a:ext uri="{FF2B5EF4-FFF2-40B4-BE49-F238E27FC236}">
                <a16:creationId xmlns:a16="http://schemas.microsoft.com/office/drawing/2014/main" id="{063D609E-9C26-9F3D-9674-A4AD3DF4F3BA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6" name="Help 13">
            <a:extLst>
              <a:ext uri="{FF2B5EF4-FFF2-40B4-BE49-F238E27FC236}">
                <a16:creationId xmlns:a16="http://schemas.microsoft.com/office/drawing/2014/main" id="{476E1352-3E92-6B3B-B01E-DB9DEA016835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7" name="Help 15">
            <a:extLst>
              <a:ext uri="{FF2B5EF4-FFF2-40B4-BE49-F238E27FC236}">
                <a16:creationId xmlns:a16="http://schemas.microsoft.com/office/drawing/2014/main" id="{417EEA72-D66A-7311-D269-5DA604D1089A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7375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</p:spTree>
    <p:extLst>
      <p:ext uri="{BB962C8B-B14F-4D97-AF65-F5344CB8AC3E}">
        <p14:creationId xmlns:p14="http://schemas.microsoft.com/office/powerpoint/2010/main" val="11048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22">
          <p15:clr>
            <a:srgbClr val="FBAE40"/>
          </p15:clr>
        </p15:guide>
        <p15:guide id="2" pos="2252">
          <p15:clr>
            <a:srgbClr val="FBAE40"/>
          </p15:clr>
        </p15:guide>
        <p15:guide id="3" pos="4362" userDrawn="1">
          <p15:clr>
            <a:srgbClr val="FBAE40"/>
          </p15:clr>
        </p15:guide>
        <p15:guide id="4" pos="4044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3">
            <a:extLst>
              <a:ext uri="{FF2B5EF4-FFF2-40B4-BE49-F238E27FC236}">
                <a16:creationId xmlns:a16="http://schemas.microsoft.com/office/drawing/2014/main" id="{11BF4F93-6944-CDAD-0F01-FB4879AEBB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5"/>
            <a:ext cx="11571707" cy="3428996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zh-CN" altLang="en-US"/>
              <a:t>单击图标添加图片</a:t>
            </a:r>
            <a:endParaRPr lang="en-GB" dirty="0"/>
          </a:p>
        </p:txBody>
      </p:sp>
      <p:sp>
        <p:nvSpPr>
          <p:cNvPr id="43" name="Semi Transparent">
            <a:extLst>
              <a:ext uri="{FF2B5EF4-FFF2-40B4-BE49-F238E27FC236}">
                <a16:creationId xmlns:a16="http://schemas.microsoft.com/office/drawing/2014/main" id="{7C8F9FF9-222B-6271-4667-331E39E3D69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9244" y="3973263"/>
            <a:ext cx="2520000" cy="2376000"/>
          </a:xfrm>
          <a:solidFill>
            <a:schemeClr val="bg1">
              <a:alpha val="80000"/>
            </a:schemeClr>
          </a:solidFill>
        </p:spPr>
        <p:txBody>
          <a:bodyPr lIns="0" tIns="0" rIns="90000" bIns="36000"/>
          <a:lstStyle>
            <a:lvl1pPr>
              <a:spcBef>
                <a:spcPts val="500"/>
              </a:spcBef>
              <a:defRPr sz="1600" b="0" cap="none" baseline="0"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0"/>
              </a:spcBef>
              <a:defRPr sz="1600"/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nl-NL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32" name="Semi Transparent">
            <a:extLst>
              <a:ext uri="{FF2B5EF4-FFF2-40B4-BE49-F238E27FC236}">
                <a16:creationId xmlns:a16="http://schemas.microsoft.com/office/drawing/2014/main" id="{720EE83D-22E8-7172-AA06-A50F3CA677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96249" y="3973263"/>
            <a:ext cx="1476000" cy="2376000"/>
          </a:xfrm>
          <a:solidFill>
            <a:schemeClr val="bg1">
              <a:alpha val="90000"/>
            </a:schemeClr>
          </a:solidFill>
        </p:spPr>
        <p:txBody>
          <a:bodyPr lIns="0" tIns="0" rIns="0" bIns="0"/>
          <a:lstStyle>
            <a:lvl1pPr>
              <a:spcAft>
                <a:spcPts val="0"/>
              </a:spcAft>
              <a:defRPr sz="2000" b="1">
                <a:solidFill>
                  <a:schemeClr val="accent1"/>
                </a:solidFill>
              </a:defRPr>
            </a:lvl1pPr>
            <a:lvl2pPr>
              <a:defRPr sz="1600">
                <a:latin typeface="+mn-lt"/>
              </a:defRPr>
            </a:lvl2pPr>
            <a:lvl3pPr marL="180975" indent="-180975">
              <a:buFont typeface="Danone One Condensed" panose="020B0604020202020204" charset="0"/>
              <a:buChar char="-"/>
              <a:defRPr sz="1600">
                <a:latin typeface="+mn-lt"/>
              </a:defRPr>
            </a:lvl3pPr>
          </a:lstStyle>
          <a:p>
            <a:r>
              <a:rPr lang="nl-NL" dirty="0">
                <a:solidFill>
                  <a:schemeClr val="accent1"/>
                </a:solidFill>
              </a:rPr>
              <a:t>XX. </a:t>
            </a:r>
            <a:r>
              <a:rPr lang="nl-NL" dirty="0" err="1">
                <a:solidFill>
                  <a:schemeClr val="accent1"/>
                </a:solidFill>
              </a:rPr>
              <a:t>title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for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the</a:t>
            </a:r>
            <a:r>
              <a:rPr lang="nl-NL" dirty="0">
                <a:solidFill>
                  <a:schemeClr val="accent1"/>
                </a:solidFill>
              </a:rPr>
              <a:t> agenda item 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</p:txBody>
      </p:sp>
      <p:sp>
        <p:nvSpPr>
          <p:cNvPr id="39" name="Title Placeholder">
            <a:extLst>
              <a:ext uri="{FF2B5EF4-FFF2-40B4-BE49-F238E27FC236}">
                <a16:creationId xmlns:a16="http://schemas.microsoft.com/office/drawing/2014/main" id="{016B83B0-E5C5-9924-D346-8E7B480A84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800">
                <a:solidFill>
                  <a:schemeClr val="bg1"/>
                </a:solidFill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4" name="Help 1">
            <a:extLst>
              <a:ext uri="{FF2B5EF4-FFF2-40B4-BE49-F238E27FC236}">
                <a16:creationId xmlns:a16="http://schemas.microsoft.com/office/drawing/2014/main" id="{267BF61F-C55C-C348-2D59-86D2090F90E3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504030202020204" pitchFamily="34" charset="0"/>
            </a:endParaRPr>
          </a:p>
        </p:txBody>
      </p:sp>
      <p:grpSp>
        <p:nvGrpSpPr>
          <p:cNvPr id="45" name="Help 2">
            <a:extLst>
              <a:ext uri="{FF2B5EF4-FFF2-40B4-BE49-F238E27FC236}">
                <a16:creationId xmlns:a16="http://schemas.microsoft.com/office/drawing/2014/main" id="{800777E3-F212-1CF6-C0BC-2732AE33EAB1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03A7CA5A-1B5E-ECE6-21A9-55ACAB349962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581F1E72-93D7-83CC-F6C8-BEE99C6B6727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3777AB88-5EB1-5897-C155-4FDBE721F8FB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15EBDBE1-CC26-9334-D740-519BCDA51FC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</p:grpSp>
      <p:sp>
        <p:nvSpPr>
          <p:cNvPr id="50" name="Help 3">
            <a:extLst>
              <a:ext uri="{FF2B5EF4-FFF2-40B4-BE49-F238E27FC236}">
                <a16:creationId xmlns:a16="http://schemas.microsoft.com/office/drawing/2014/main" id="{7B6AAC70-32A9-CB20-0433-DF4C2BEAC7C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51" name="Help 4">
            <a:extLst>
              <a:ext uri="{FF2B5EF4-FFF2-40B4-BE49-F238E27FC236}">
                <a16:creationId xmlns:a16="http://schemas.microsoft.com/office/drawing/2014/main" id="{9138C606-8014-BC08-01B7-21EADDC310D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52" name="Help 5">
            <a:extLst>
              <a:ext uri="{FF2B5EF4-FFF2-40B4-BE49-F238E27FC236}">
                <a16:creationId xmlns:a16="http://schemas.microsoft.com/office/drawing/2014/main" id="{1D56EA87-7F5D-204A-C78A-FF6AD1E54497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subheader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3" name="Help 6">
            <a:extLst>
              <a:ext uri="{FF2B5EF4-FFF2-40B4-BE49-F238E27FC236}">
                <a16:creationId xmlns:a16="http://schemas.microsoft.com/office/drawing/2014/main" id="{6144E9CC-2414-B81A-A709-19B4A7687204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54" name="Help 7">
            <a:extLst>
              <a:ext uri="{FF2B5EF4-FFF2-40B4-BE49-F238E27FC236}">
                <a16:creationId xmlns:a16="http://schemas.microsoft.com/office/drawing/2014/main" id="{0DF18BD2-F804-2BA7-A669-F15973EAD65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55" name="Help 8">
            <a:extLst>
              <a:ext uri="{FF2B5EF4-FFF2-40B4-BE49-F238E27FC236}">
                <a16:creationId xmlns:a16="http://schemas.microsoft.com/office/drawing/2014/main" id="{CFED0E42-2BF3-DACB-B616-96636B130CE5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56" name="Help 9">
            <a:extLst>
              <a:ext uri="{FF2B5EF4-FFF2-40B4-BE49-F238E27FC236}">
                <a16:creationId xmlns:a16="http://schemas.microsoft.com/office/drawing/2014/main" id="{10CAA60D-1FE1-A661-7ACF-779941C9461B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83099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'Reset Slide' button to revert the slide to its original layout &amp; font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7" name="Help 10">
            <a:extLst>
              <a:ext uri="{FF2B5EF4-FFF2-40B4-BE49-F238E27FC236}">
                <a16:creationId xmlns:a16="http://schemas.microsoft.com/office/drawing/2014/main" id="{F9DF6221-3DBF-259D-1F2F-6F90546635AB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504030202020204" pitchFamily="34" charset="0"/>
            </a:endParaRPr>
          </a:p>
        </p:txBody>
      </p:sp>
      <p:sp>
        <p:nvSpPr>
          <p:cNvPr id="58" name="Help 11">
            <a:extLst>
              <a:ext uri="{FF2B5EF4-FFF2-40B4-BE49-F238E27FC236}">
                <a16:creationId xmlns:a16="http://schemas.microsoft.com/office/drawing/2014/main" id="{8B339ACA-A87C-02B0-334D-9A8D2F40AB80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59" name="Help 12">
            <a:extLst>
              <a:ext uri="{FF2B5EF4-FFF2-40B4-BE49-F238E27FC236}">
                <a16:creationId xmlns:a16="http://schemas.microsoft.com/office/drawing/2014/main" id="{0E281898-527B-1FD7-F18B-0E81C3393DCC}"/>
              </a:ext>
            </a:extLst>
          </p:cNvPr>
          <p:cNvSpPr>
            <a:spLocks/>
          </p:cNvSpPr>
          <p:nvPr userDrawn="1"/>
        </p:nvSpPr>
        <p:spPr>
          <a:xfrm>
            <a:off x="1227146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60" name="Help 13">
            <a:extLst>
              <a:ext uri="{FF2B5EF4-FFF2-40B4-BE49-F238E27FC236}">
                <a16:creationId xmlns:a16="http://schemas.microsoft.com/office/drawing/2014/main" id="{F8AF36C0-E208-5885-838A-815D09AF2F9F}"/>
              </a:ext>
            </a:extLst>
          </p:cNvPr>
          <p:cNvSpPr>
            <a:spLocks/>
          </p:cNvSpPr>
          <p:nvPr userDrawn="1"/>
        </p:nvSpPr>
        <p:spPr>
          <a:xfrm>
            <a:off x="12281626" y="5332816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1" name="Help 14">
            <a:extLst>
              <a:ext uri="{FF2B5EF4-FFF2-40B4-BE49-F238E27FC236}">
                <a16:creationId xmlns:a16="http://schemas.microsoft.com/office/drawing/2014/main" id="{8CE7429C-8AD3-4C6E-30A2-4886F4AB9E27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401846"/>
            <a:ext cx="243459" cy="243459"/>
          </a:xfrm>
          <a:prstGeom prst="rect">
            <a:avLst/>
          </a:prstGeom>
          <a:effectLst/>
        </p:spPr>
      </p:pic>
      <p:sp>
        <p:nvSpPr>
          <p:cNvPr id="62" name="Help 15">
            <a:extLst>
              <a:ext uri="{FF2B5EF4-FFF2-40B4-BE49-F238E27FC236}">
                <a16:creationId xmlns:a16="http://schemas.microsoft.com/office/drawing/2014/main" id="{303D5753-65F1-95F5-D707-E10579C93980}"/>
              </a:ext>
            </a:extLst>
          </p:cNvPr>
          <p:cNvSpPr txBox="1">
            <a:spLocks/>
          </p:cNvSpPr>
          <p:nvPr userDrawn="1"/>
        </p:nvSpPr>
        <p:spPr>
          <a:xfrm>
            <a:off x="12229075" y="5639487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63" name="Help 16">
            <a:extLst>
              <a:ext uri="{FF2B5EF4-FFF2-40B4-BE49-F238E27FC236}">
                <a16:creationId xmlns:a16="http://schemas.microsoft.com/office/drawing/2014/main" id="{4A994E10-6590-8428-49BF-E8B69BE70AF5}"/>
              </a:ext>
            </a:extLst>
          </p:cNvPr>
          <p:cNvSpPr>
            <a:spLocks/>
          </p:cNvSpPr>
          <p:nvPr userDrawn="1"/>
        </p:nvSpPr>
        <p:spPr>
          <a:xfrm>
            <a:off x="12281626" y="519082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9" name="Semi Transparent">
            <a:extLst>
              <a:ext uri="{FF2B5EF4-FFF2-40B4-BE49-F238E27FC236}">
                <a16:creationId xmlns:a16="http://schemas.microsoft.com/office/drawing/2014/main" id="{7CA389E1-208B-9657-EB55-F5A47D5263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59254" y="3973263"/>
            <a:ext cx="1476000" cy="2376000"/>
          </a:xfrm>
          <a:solidFill>
            <a:schemeClr val="bg1">
              <a:alpha val="90000"/>
            </a:schemeClr>
          </a:solidFill>
        </p:spPr>
        <p:txBody>
          <a:bodyPr lIns="0" tIns="0" rIns="0" bIns="0"/>
          <a:lstStyle>
            <a:lvl1pPr>
              <a:spcAft>
                <a:spcPts val="0"/>
              </a:spcAft>
              <a:defRPr sz="2000" b="1">
                <a:solidFill>
                  <a:schemeClr val="accent1"/>
                </a:solidFill>
              </a:defRPr>
            </a:lvl1pPr>
            <a:lvl2pPr>
              <a:defRPr sz="1600">
                <a:latin typeface="+mn-lt"/>
              </a:defRPr>
            </a:lvl2pPr>
            <a:lvl3pPr marL="180975" indent="-180975">
              <a:buFont typeface="Danone One Condensed" panose="020B0604020202020204" charset="0"/>
              <a:buChar char="-"/>
              <a:defRPr sz="1600">
                <a:latin typeface="+mn-lt"/>
              </a:defRPr>
            </a:lvl3pPr>
          </a:lstStyle>
          <a:p>
            <a:r>
              <a:rPr lang="nl-NL" dirty="0">
                <a:solidFill>
                  <a:schemeClr val="accent1"/>
                </a:solidFill>
              </a:rPr>
              <a:t>XX. </a:t>
            </a:r>
            <a:r>
              <a:rPr lang="nl-NL" dirty="0" err="1">
                <a:solidFill>
                  <a:schemeClr val="accent1"/>
                </a:solidFill>
              </a:rPr>
              <a:t>title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for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the</a:t>
            </a:r>
            <a:r>
              <a:rPr lang="nl-NL" dirty="0">
                <a:solidFill>
                  <a:schemeClr val="accent1"/>
                </a:solidFill>
              </a:rPr>
              <a:t> agenda item 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</p:txBody>
      </p:sp>
      <p:sp>
        <p:nvSpPr>
          <p:cNvPr id="10" name="Semi Transparent">
            <a:extLst>
              <a:ext uri="{FF2B5EF4-FFF2-40B4-BE49-F238E27FC236}">
                <a16:creationId xmlns:a16="http://schemas.microsoft.com/office/drawing/2014/main" id="{BC3C5D96-B6FC-FBCD-70D4-F2E51DD46F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22259" y="3973263"/>
            <a:ext cx="1476000" cy="2376000"/>
          </a:xfrm>
          <a:solidFill>
            <a:schemeClr val="bg1">
              <a:alpha val="90000"/>
            </a:schemeClr>
          </a:solidFill>
        </p:spPr>
        <p:txBody>
          <a:bodyPr lIns="0" tIns="0" rIns="0" bIns="0"/>
          <a:lstStyle>
            <a:lvl1pPr>
              <a:spcAft>
                <a:spcPts val="0"/>
              </a:spcAft>
              <a:defRPr sz="2000" b="1">
                <a:solidFill>
                  <a:schemeClr val="accent1"/>
                </a:solidFill>
              </a:defRPr>
            </a:lvl1pPr>
            <a:lvl2pPr>
              <a:defRPr sz="1600">
                <a:latin typeface="+mn-lt"/>
              </a:defRPr>
            </a:lvl2pPr>
            <a:lvl3pPr marL="180975" indent="-180975">
              <a:buFont typeface="Danone One Condensed" panose="020B0604020202020204" charset="0"/>
              <a:buChar char="-"/>
              <a:defRPr sz="1600">
                <a:latin typeface="+mn-lt"/>
              </a:defRPr>
            </a:lvl3pPr>
          </a:lstStyle>
          <a:p>
            <a:r>
              <a:rPr lang="nl-NL" dirty="0">
                <a:solidFill>
                  <a:schemeClr val="accent1"/>
                </a:solidFill>
              </a:rPr>
              <a:t>XX. </a:t>
            </a:r>
            <a:r>
              <a:rPr lang="nl-NL" dirty="0" err="1">
                <a:solidFill>
                  <a:schemeClr val="accent1"/>
                </a:solidFill>
              </a:rPr>
              <a:t>title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for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the</a:t>
            </a:r>
            <a:r>
              <a:rPr lang="nl-NL" dirty="0">
                <a:solidFill>
                  <a:schemeClr val="accent1"/>
                </a:solidFill>
              </a:rPr>
              <a:t> agenda item 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</p:txBody>
      </p:sp>
      <p:sp>
        <p:nvSpPr>
          <p:cNvPr id="11" name="Semi Transparent">
            <a:extLst>
              <a:ext uri="{FF2B5EF4-FFF2-40B4-BE49-F238E27FC236}">
                <a16:creationId xmlns:a16="http://schemas.microsoft.com/office/drawing/2014/main" id="{A33F97BB-ABBC-539B-021C-6C78B62319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85264" y="3973263"/>
            <a:ext cx="1476000" cy="2376000"/>
          </a:xfrm>
          <a:solidFill>
            <a:schemeClr val="bg1">
              <a:alpha val="90000"/>
            </a:schemeClr>
          </a:solidFill>
        </p:spPr>
        <p:txBody>
          <a:bodyPr lIns="0" tIns="0" rIns="0" bIns="0"/>
          <a:lstStyle>
            <a:lvl1pPr>
              <a:spcAft>
                <a:spcPts val="0"/>
              </a:spcAft>
              <a:defRPr sz="2000" b="1">
                <a:solidFill>
                  <a:schemeClr val="accent1"/>
                </a:solidFill>
              </a:defRPr>
            </a:lvl1pPr>
            <a:lvl2pPr>
              <a:defRPr sz="1600">
                <a:latin typeface="+mn-lt"/>
              </a:defRPr>
            </a:lvl2pPr>
            <a:lvl3pPr marL="180975" indent="-180975">
              <a:buFont typeface="Danone One Condensed" panose="020B0604020202020204" charset="0"/>
              <a:buChar char="-"/>
              <a:defRPr sz="1600">
                <a:latin typeface="+mn-lt"/>
              </a:defRPr>
            </a:lvl3pPr>
          </a:lstStyle>
          <a:p>
            <a:r>
              <a:rPr lang="nl-NL" dirty="0">
                <a:solidFill>
                  <a:schemeClr val="accent1"/>
                </a:solidFill>
              </a:rPr>
              <a:t>XX. </a:t>
            </a:r>
            <a:r>
              <a:rPr lang="nl-NL" dirty="0" err="1">
                <a:solidFill>
                  <a:schemeClr val="accent1"/>
                </a:solidFill>
              </a:rPr>
              <a:t>title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for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the</a:t>
            </a:r>
            <a:r>
              <a:rPr lang="nl-NL" dirty="0">
                <a:solidFill>
                  <a:schemeClr val="accent1"/>
                </a:solidFill>
              </a:rPr>
              <a:t> agenda item 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</p:txBody>
      </p:sp>
      <p:sp>
        <p:nvSpPr>
          <p:cNvPr id="12" name="Semi Transparent">
            <a:extLst>
              <a:ext uri="{FF2B5EF4-FFF2-40B4-BE49-F238E27FC236}">
                <a16:creationId xmlns:a16="http://schemas.microsoft.com/office/drawing/2014/main" id="{D0FB9A24-42EB-FA11-E97D-F26873469C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48271" y="3973263"/>
            <a:ext cx="1476000" cy="2376000"/>
          </a:xfrm>
          <a:solidFill>
            <a:schemeClr val="bg1">
              <a:alpha val="90000"/>
            </a:schemeClr>
          </a:solidFill>
        </p:spPr>
        <p:txBody>
          <a:bodyPr lIns="0" tIns="0" rIns="0" bIns="0"/>
          <a:lstStyle>
            <a:lvl1pPr>
              <a:spcAft>
                <a:spcPts val="0"/>
              </a:spcAft>
              <a:defRPr sz="2000" b="1">
                <a:solidFill>
                  <a:schemeClr val="accent1"/>
                </a:solidFill>
              </a:defRPr>
            </a:lvl1pPr>
            <a:lvl2pPr>
              <a:defRPr sz="1600">
                <a:latin typeface="+mn-lt"/>
              </a:defRPr>
            </a:lvl2pPr>
            <a:lvl3pPr marL="180975" indent="-180975">
              <a:buFont typeface="Danone One Condensed" panose="020B0604020202020204" charset="0"/>
              <a:buChar char="-"/>
              <a:defRPr sz="1600">
                <a:latin typeface="+mn-lt"/>
              </a:defRPr>
            </a:lvl3pPr>
          </a:lstStyle>
          <a:p>
            <a:r>
              <a:rPr lang="nl-NL" dirty="0">
                <a:solidFill>
                  <a:schemeClr val="accent1"/>
                </a:solidFill>
              </a:rPr>
              <a:t>XX. </a:t>
            </a:r>
            <a:r>
              <a:rPr lang="nl-NL" dirty="0" err="1">
                <a:solidFill>
                  <a:schemeClr val="accent1"/>
                </a:solidFill>
              </a:rPr>
              <a:t>title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for</a:t>
            </a:r>
            <a:r>
              <a:rPr lang="nl-NL" dirty="0">
                <a:solidFill>
                  <a:schemeClr val="accent1"/>
                </a:solidFill>
              </a:rPr>
              <a:t> </a:t>
            </a:r>
            <a:r>
              <a:rPr lang="nl-NL" dirty="0" err="1">
                <a:solidFill>
                  <a:schemeClr val="accent1"/>
                </a:solidFill>
              </a:rPr>
              <a:t>the</a:t>
            </a:r>
            <a:r>
              <a:rPr lang="nl-NL" dirty="0">
                <a:solidFill>
                  <a:schemeClr val="accent1"/>
                </a:solidFill>
              </a:rPr>
              <a:t> agenda item 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</p:txBody>
      </p:sp>
    </p:spTree>
    <p:extLst>
      <p:ext uri="{BB962C8B-B14F-4D97-AF65-F5344CB8AC3E}">
        <p14:creationId xmlns:p14="http://schemas.microsoft.com/office/powerpoint/2010/main" val="3004802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emi Transparent">
            <a:extLst>
              <a:ext uri="{FF2B5EF4-FFF2-40B4-BE49-F238E27FC236}">
                <a16:creationId xmlns:a16="http://schemas.microsoft.com/office/drawing/2014/main" id="{7C8F9FF9-222B-6271-4667-331E39E3D69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9244" y="4987447"/>
            <a:ext cx="4664243" cy="1344563"/>
          </a:xfrm>
          <a:solidFill>
            <a:schemeClr val="bg1">
              <a:alpha val="80000"/>
            </a:schemeClr>
          </a:solidFill>
        </p:spPr>
        <p:txBody>
          <a:bodyPr lIns="0" tIns="0" rIns="90000" bIns="36000"/>
          <a:lstStyle>
            <a:lvl1pPr>
              <a:spcBef>
                <a:spcPts val="500"/>
              </a:spcBef>
              <a:defRPr sz="1600" b="0" cap="none" baseline="0"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0"/>
              </a:spcBef>
              <a:defRPr sz="1600"/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nl-NL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39" name="Title Placeholder">
            <a:extLst>
              <a:ext uri="{FF2B5EF4-FFF2-40B4-BE49-F238E27FC236}">
                <a16:creationId xmlns:a16="http://schemas.microsoft.com/office/drawing/2014/main" id="{016B83B0-E5C5-9924-D346-8E7B480A84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2150" y="413912"/>
            <a:ext cx="5654824" cy="10704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800">
                <a:solidFill>
                  <a:schemeClr val="tx1"/>
                </a:solidFill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Help 1">
            <a:extLst>
              <a:ext uri="{FF2B5EF4-FFF2-40B4-BE49-F238E27FC236}">
                <a16:creationId xmlns:a16="http://schemas.microsoft.com/office/drawing/2014/main" id="{267BF61F-C55C-C348-2D59-86D2090F90E3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504030202020204" pitchFamily="34" charset="0"/>
            </a:endParaRPr>
          </a:p>
        </p:txBody>
      </p:sp>
      <p:grpSp>
        <p:nvGrpSpPr>
          <p:cNvPr id="45" name="Help 2">
            <a:extLst>
              <a:ext uri="{FF2B5EF4-FFF2-40B4-BE49-F238E27FC236}">
                <a16:creationId xmlns:a16="http://schemas.microsoft.com/office/drawing/2014/main" id="{800777E3-F212-1CF6-C0BC-2732AE33EAB1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03A7CA5A-1B5E-ECE6-21A9-55ACAB349962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581F1E72-93D7-83CC-F6C8-BEE99C6B6727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3777AB88-5EB1-5897-C155-4FDBE721F8FB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15EBDBE1-CC26-9334-D740-519BCDA51FC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</p:grpSp>
      <p:sp>
        <p:nvSpPr>
          <p:cNvPr id="50" name="Help 3">
            <a:extLst>
              <a:ext uri="{FF2B5EF4-FFF2-40B4-BE49-F238E27FC236}">
                <a16:creationId xmlns:a16="http://schemas.microsoft.com/office/drawing/2014/main" id="{7B6AAC70-32A9-CB20-0433-DF4C2BEAC7C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51" name="Help 4">
            <a:extLst>
              <a:ext uri="{FF2B5EF4-FFF2-40B4-BE49-F238E27FC236}">
                <a16:creationId xmlns:a16="http://schemas.microsoft.com/office/drawing/2014/main" id="{9138C606-8014-BC08-01B7-21EADDC310D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52" name="Help 5">
            <a:extLst>
              <a:ext uri="{FF2B5EF4-FFF2-40B4-BE49-F238E27FC236}">
                <a16:creationId xmlns:a16="http://schemas.microsoft.com/office/drawing/2014/main" id="{1D56EA87-7F5D-204A-C78A-FF6AD1E54497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subheader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3" name="Help 6">
            <a:extLst>
              <a:ext uri="{FF2B5EF4-FFF2-40B4-BE49-F238E27FC236}">
                <a16:creationId xmlns:a16="http://schemas.microsoft.com/office/drawing/2014/main" id="{6144E9CC-2414-B81A-A709-19B4A7687204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54" name="Help 7">
            <a:extLst>
              <a:ext uri="{FF2B5EF4-FFF2-40B4-BE49-F238E27FC236}">
                <a16:creationId xmlns:a16="http://schemas.microsoft.com/office/drawing/2014/main" id="{0DF18BD2-F804-2BA7-A669-F15973EAD65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55" name="Help 8">
            <a:extLst>
              <a:ext uri="{FF2B5EF4-FFF2-40B4-BE49-F238E27FC236}">
                <a16:creationId xmlns:a16="http://schemas.microsoft.com/office/drawing/2014/main" id="{CFED0E42-2BF3-DACB-B616-96636B130CE5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56" name="Help 9">
            <a:extLst>
              <a:ext uri="{FF2B5EF4-FFF2-40B4-BE49-F238E27FC236}">
                <a16:creationId xmlns:a16="http://schemas.microsoft.com/office/drawing/2014/main" id="{10CAA60D-1FE1-A661-7ACF-779941C9461B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83099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'Reset Slide' button to revert the slide to its original layout &amp; font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7" name="Help 10">
            <a:extLst>
              <a:ext uri="{FF2B5EF4-FFF2-40B4-BE49-F238E27FC236}">
                <a16:creationId xmlns:a16="http://schemas.microsoft.com/office/drawing/2014/main" id="{F9DF6221-3DBF-259D-1F2F-6F90546635AB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504030202020204" pitchFamily="34" charset="0"/>
            </a:endParaRPr>
          </a:p>
        </p:txBody>
      </p:sp>
      <p:sp>
        <p:nvSpPr>
          <p:cNvPr id="58" name="Help 11">
            <a:extLst>
              <a:ext uri="{FF2B5EF4-FFF2-40B4-BE49-F238E27FC236}">
                <a16:creationId xmlns:a16="http://schemas.microsoft.com/office/drawing/2014/main" id="{8B339ACA-A87C-02B0-334D-9A8D2F40AB80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59" name="Help 12">
            <a:extLst>
              <a:ext uri="{FF2B5EF4-FFF2-40B4-BE49-F238E27FC236}">
                <a16:creationId xmlns:a16="http://schemas.microsoft.com/office/drawing/2014/main" id="{0E281898-527B-1FD7-F18B-0E81C3393DCC}"/>
              </a:ext>
            </a:extLst>
          </p:cNvPr>
          <p:cNvSpPr>
            <a:spLocks/>
          </p:cNvSpPr>
          <p:nvPr userDrawn="1"/>
        </p:nvSpPr>
        <p:spPr>
          <a:xfrm>
            <a:off x="1227146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893BAF44-49FA-C705-E993-7E5915FDA1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72150" y="1610244"/>
            <a:ext cx="1620000" cy="2293747"/>
          </a:xfrm>
        </p:spPr>
        <p:txBody>
          <a:bodyPr/>
          <a:lstStyle>
            <a:lvl1pPr>
              <a:spcBef>
                <a:spcPts val="0"/>
              </a:spcBef>
              <a:defRPr sz="66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000" b="1" cap="all" baseline="0">
                <a:solidFill>
                  <a:schemeClr val="accent1"/>
                </a:solidFill>
                <a:latin typeface="+mj-lt"/>
              </a:defRPr>
            </a:lvl2pPr>
            <a:lvl3pPr>
              <a:defRPr>
                <a:latin typeface="+mn-lt"/>
              </a:defRPr>
            </a:lvl3pPr>
          </a:lstStyle>
          <a:p>
            <a:pPr lvl="0"/>
            <a:r>
              <a:rPr lang="nl-NL" dirty="0"/>
              <a:t>##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6" name="Tijdelijke aanduiding voor tekst 14">
            <a:extLst>
              <a:ext uri="{FF2B5EF4-FFF2-40B4-BE49-F238E27FC236}">
                <a16:creationId xmlns:a16="http://schemas.microsoft.com/office/drawing/2014/main" id="{888F4B08-8AB5-3A09-0B12-E60881781B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88694" y="1628730"/>
            <a:ext cx="1620000" cy="2293747"/>
          </a:xfrm>
        </p:spPr>
        <p:txBody>
          <a:bodyPr/>
          <a:lstStyle>
            <a:lvl1pPr>
              <a:spcBef>
                <a:spcPts val="0"/>
              </a:spcBef>
              <a:defRPr sz="6600">
                <a:solidFill>
                  <a:schemeClr val="accent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000" b="1" cap="all" baseline="0">
                <a:solidFill>
                  <a:schemeClr val="accent1"/>
                </a:solidFill>
                <a:latin typeface="+mj-lt"/>
              </a:defRPr>
            </a:lvl2pPr>
            <a:lvl3pPr>
              <a:defRPr>
                <a:latin typeface="+mn-lt"/>
              </a:defRPr>
            </a:lvl3pPr>
          </a:lstStyle>
          <a:p>
            <a:pPr lvl="0"/>
            <a:r>
              <a:rPr lang="nl-NL" dirty="0"/>
              <a:t>##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7" name="Tijdelijke aanduiding voor tekst 14">
            <a:extLst>
              <a:ext uri="{FF2B5EF4-FFF2-40B4-BE49-F238E27FC236}">
                <a16:creationId xmlns:a16="http://schemas.microsoft.com/office/drawing/2014/main" id="{887E76D0-7141-1421-E8A9-FEF673322B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05238" y="1636903"/>
            <a:ext cx="1620000" cy="2293747"/>
          </a:xfrm>
        </p:spPr>
        <p:txBody>
          <a:bodyPr/>
          <a:lstStyle>
            <a:lvl1pPr>
              <a:spcBef>
                <a:spcPts val="0"/>
              </a:spcBef>
              <a:defRPr sz="6600">
                <a:solidFill>
                  <a:schemeClr val="accent6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000" b="1" cap="all" baseline="0">
                <a:solidFill>
                  <a:schemeClr val="accent1"/>
                </a:solidFill>
                <a:latin typeface="+mj-lt"/>
              </a:defRPr>
            </a:lvl2pPr>
            <a:lvl3pPr>
              <a:defRPr>
                <a:latin typeface="+mn-lt"/>
              </a:defRPr>
            </a:lvl3pPr>
          </a:lstStyle>
          <a:p>
            <a:pPr lvl="0"/>
            <a:r>
              <a:rPr lang="nl-NL" dirty="0"/>
              <a:t>##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Tijdelijke aanduiding voor tekst 14">
            <a:extLst>
              <a:ext uri="{FF2B5EF4-FFF2-40B4-BE49-F238E27FC236}">
                <a16:creationId xmlns:a16="http://schemas.microsoft.com/office/drawing/2014/main" id="{1F82BF98-D0AC-DF7E-4F6B-442ABE1CEF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48655" y="4034453"/>
            <a:ext cx="1620000" cy="2312920"/>
          </a:xfrm>
        </p:spPr>
        <p:txBody>
          <a:bodyPr/>
          <a:lstStyle>
            <a:lvl1pPr>
              <a:spcBef>
                <a:spcPts val="0"/>
              </a:spcBef>
              <a:defRPr sz="6600">
                <a:solidFill>
                  <a:schemeClr val="accent4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000" b="1" cap="all" baseline="0">
                <a:solidFill>
                  <a:schemeClr val="accent1"/>
                </a:solidFill>
                <a:latin typeface="+mj-lt"/>
              </a:defRPr>
            </a:lvl2pPr>
            <a:lvl3pPr>
              <a:defRPr>
                <a:latin typeface="+mn-lt"/>
              </a:defRPr>
            </a:lvl3pPr>
          </a:lstStyle>
          <a:p>
            <a:pPr lvl="0"/>
            <a:r>
              <a:rPr lang="nl-NL" dirty="0"/>
              <a:t>##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9" name="Tijdelijke aanduiding voor tekst 14">
            <a:extLst>
              <a:ext uri="{FF2B5EF4-FFF2-40B4-BE49-F238E27FC236}">
                <a16:creationId xmlns:a16="http://schemas.microsoft.com/office/drawing/2014/main" id="{021A00F1-BA41-24AC-356C-E1FC69FBAA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65199" y="4052939"/>
            <a:ext cx="1620000" cy="2312920"/>
          </a:xfrm>
        </p:spPr>
        <p:txBody>
          <a:bodyPr/>
          <a:lstStyle>
            <a:lvl1pPr>
              <a:spcBef>
                <a:spcPts val="0"/>
              </a:spcBef>
              <a:defRPr sz="6600">
                <a:solidFill>
                  <a:srgbClr val="00843D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000" b="1" cap="all" baseline="0">
                <a:solidFill>
                  <a:schemeClr val="accent1"/>
                </a:solidFill>
                <a:latin typeface="+mj-lt"/>
              </a:defRPr>
            </a:lvl2pPr>
            <a:lvl3pPr>
              <a:defRPr>
                <a:latin typeface="+mn-lt"/>
              </a:defRPr>
            </a:lvl3pPr>
          </a:lstStyle>
          <a:p>
            <a:pPr lvl="0"/>
            <a:r>
              <a:rPr lang="nl-NL" dirty="0"/>
              <a:t>##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0" name="Tijdelijke aanduiding voor tekst 14">
            <a:extLst>
              <a:ext uri="{FF2B5EF4-FFF2-40B4-BE49-F238E27FC236}">
                <a16:creationId xmlns:a16="http://schemas.microsoft.com/office/drawing/2014/main" id="{AC184D31-F37D-51E3-8394-8B88D6179C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81743" y="4061112"/>
            <a:ext cx="1620000" cy="2312920"/>
          </a:xfrm>
        </p:spPr>
        <p:txBody>
          <a:bodyPr/>
          <a:lstStyle>
            <a:lvl1pPr>
              <a:spcBef>
                <a:spcPts val="0"/>
              </a:spcBef>
              <a:defRPr sz="6600">
                <a:solidFill>
                  <a:srgbClr val="FFB2BE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000" b="1" cap="all" baseline="0">
                <a:solidFill>
                  <a:schemeClr val="accent1"/>
                </a:solidFill>
                <a:latin typeface="+mj-lt"/>
              </a:defRPr>
            </a:lvl2pPr>
            <a:lvl3pPr>
              <a:defRPr>
                <a:latin typeface="+mn-lt"/>
              </a:defRPr>
            </a:lvl3pPr>
          </a:lstStyle>
          <a:p>
            <a:pPr lvl="0"/>
            <a:r>
              <a:rPr lang="nl-NL" dirty="0"/>
              <a:t>##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E8EC7BA1-F975-AFB6-8D68-9A5F5A016DF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352111" cy="4661493"/>
          </a:xfrm>
          <a:custGeom>
            <a:avLst/>
            <a:gdLst>
              <a:gd name="connsiteX0" fmla="*/ 0 w 5577622"/>
              <a:gd name="connsiteY0" fmla="*/ 0 h 4857905"/>
              <a:gd name="connsiteX1" fmla="*/ 5072026 w 5577622"/>
              <a:gd name="connsiteY1" fmla="*/ 0 h 4857905"/>
              <a:gd name="connsiteX2" fmla="*/ 5197434 w 5577622"/>
              <a:gd name="connsiteY2" fmla="*/ 206428 h 4857905"/>
              <a:gd name="connsiteX3" fmla="*/ 5577622 w 5577622"/>
              <a:gd name="connsiteY3" fmla="*/ 1707905 h 4857905"/>
              <a:gd name="connsiteX4" fmla="*/ 2427622 w 5577622"/>
              <a:gd name="connsiteY4" fmla="*/ 4857905 h 4857905"/>
              <a:gd name="connsiteX5" fmla="*/ 200236 w 5577622"/>
              <a:gd name="connsiteY5" fmla="*/ 3935292 h 4857905"/>
              <a:gd name="connsiteX6" fmla="*/ 0 w 5577622"/>
              <a:gd name="connsiteY6" fmla="*/ 3714977 h 4857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4857905">
                <a:moveTo>
                  <a:pt x="0" y="0"/>
                </a:moveTo>
                <a:lnTo>
                  <a:pt x="5072026" y="0"/>
                </a:lnTo>
                <a:lnTo>
                  <a:pt x="5197434" y="206428"/>
                </a:lnTo>
                <a:cubicBezTo>
                  <a:pt x="5439897" y="652762"/>
                  <a:pt x="5577622" y="1164250"/>
                  <a:pt x="5577622" y="1707905"/>
                </a:cubicBezTo>
                <a:cubicBezTo>
                  <a:pt x="5577622" y="3447602"/>
                  <a:pt x="4167319" y="4857905"/>
                  <a:pt x="2427622" y="4857905"/>
                </a:cubicBezTo>
                <a:cubicBezTo>
                  <a:pt x="1557774" y="4857905"/>
                  <a:pt x="770274" y="4505329"/>
                  <a:pt x="200236" y="3935292"/>
                </a:cubicBezTo>
                <a:lnTo>
                  <a:pt x="0" y="3714977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zh-CN" altLang="en-US"/>
              <a:t>单击图标添加图片</a:t>
            </a:r>
            <a:endParaRPr lang="en-GB" dirty="0"/>
          </a:p>
        </p:txBody>
      </p:sp>
      <p:pic>
        <p:nvPicPr>
          <p:cNvPr id="2" name="Help 5">
            <a:extLst>
              <a:ext uri="{FF2B5EF4-FFF2-40B4-BE49-F238E27FC236}">
                <a16:creationId xmlns:a16="http://schemas.microsoft.com/office/drawing/2014/main" id="{69E1162F-81AC-CEA9-24D7-6693BE6E5AF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3" name="Help 6">
            <a:extLst>
              <a:ext uri="{FF2B5EF4-FFF2-40B4-BE49-F238E27FC236}">
                <a16:creationId xmlns:a16="http://schemas.microsoft.com/office/drawing/2014/main" id="{682FAA13-78C2-48F3-F89F-28202B445295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4" name="Help 7">
            <a:extLst>
              <a:ext uri="{FF2B5EF4-FFF2-40B4-BE49-F238E27FC236}">
                <a16:creationId xmlns:a16="http://schemas.microsoft.com/office/drawing/2014/main" id="{76E3D912-20C8-17C0-97ED-507DFA72ECE9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5" name="Help 8">
            <a:extLst>
              <a:ext uri="{FF2B5EF4-FFF2-40B4-BE49-F238E27FC236}">
                <a16:creationId xmlns:a16="http://schemas.microsoft.com/office/drawing/2014/main" id="{DA4886C9-89BF-54A4-A0E2-64926F2225B1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8" name="Help 10">
            <a:extLst>
              <a:ext uri="{FF2B5EF4-FFF2-40B4-BE49-F238E27FC236}">
                <a16:creationId xmlns:a16="http://schemas.microsoft.com/office/drawing/2014/main" id="{BE8E4C95-A6AB-4CF2-7A25-AD05E7FB1099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9" name="Help 11">
            <a:extLst>
              <a:ext uri="{FF2B5EF4-FFF2-40B4-BE49-F238E27FC236}">
                <a16:creationId xmlns:a16="http://schemas.microsoft.com/office/drawing/2014/main" id="{37286078-9A73-AF03-2D8D-6D07D34160E5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0" name="Help 12">
            <a:extLst>
              <a:ext uri="{FF2B5EF4-FFF2-40B4-BE49-F238E27FC236}">
                <a16:creationId xmlns:a16="http://schemas.microsoft.com/office/drawing/2014/main" id="{CFA1EB01-5D59-F20C-BBA4-936220A956C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1" name="Help 13">
            <a:extLst>
              <a:ext uri="{FF2B5EF4-FFF2-40B4-BE49-F238E27FC236}">
                <a16:creationId xmlns:a16="http://schemas.microsoft.com/office/drawing/2014/main" id="{DBFFAED8-A45C-561B-7A8F-4C116DC28648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2" name="Help 15">
            <a:extLst>
              <a:ext uri="{FF2B5EF4-FFF2-40B4-BE49-F238E27FC236}">
                <a16:creationId xmlns:a16="http://schemas.microsoft.com/office/drawing/2014/main" id="{3772E348-E855-932C-D5DD-E7416B0BF411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7375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</p:spTree>
    <p:extLst>
      <p:ext uri="{BB962C8B-B14F-4D97-AF65-F5344CB8AC3E}">
        <p14:creationId xmlns:p14="http://schemas.microsoft.com/office/powerpoint/2010/main" val="3714730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/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4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9" name="Picture Placeholder 108">
            <a:extLst>
              <a:ext uri="{FF2B5EF4-FFF2-40B4-BE49-F238E27FC236}">
                <a16:creationId xmlns:a16="http://schemas.microsoft.com/office/drawing/2014/main" id="{017F0ADE-418B-69A1-6C82-E753FD4836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" y="15"/>
            <a:ext cx="12191977" cy="634680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r>
              <a:rPr lang="zh-CN" altLang="en-US"/>
              <a:t>单击图标添加图片</a:t>
            </a:r>
            <a:endParaRPr lang="en-GB" dirty="0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50008" y="2980944"/>
            <a:ext cx="7491984" cy="3059926"/>
          </a:xfrm>
        </p:spPr>
        <p:txBody>
          <a:bodyPr/>
          <a:lstStyle>
            <a:lvl1pPr algn="ctr">
              <a:lnSpc>
                <a:spcPct val="80000"/>
              </a:lnSpc>
              <a:defRPr sz="115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5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BAC17C-D2D3-4579-3E8C-E77FC6E576A8}"/>
              </a:ext>
            </a:extLst>
          </p:cNvPr>
          <p:cNvSpPr>
            <a:spLocks/>
          </p:cNvSpPr>
          <p:nvPr userDrawn="1"/>
        </p:nvSpPr>
        <p:spPr>
          <a:xfrm>
            <a:off x="2316000" y="-5560"/>
            <a:ext cx="7560000" cy="6883880"/>
          </a:xfrm>
          <a:custGeom>
            <a:avLst/>
            <a:gdLst>
              <a:gd name="connsiteX0" fmla="*/ 2201620 w 7560000"/>
              <a:gd name="connsiteY0" fmla="*/ 0 h 6883880"/>
              <a:gd name="connsiteX1" fmla="*/ 5358380 w 7560000"/>
              <a:gd name="connsiteY1" fmla="*/ 0 h 6883880"/>
              <a:gd name="connsiteX2" fmla="*/ 5418786 w 7560000"/>
              <a:gd name="connsiteY2" fmla="*/ 27309 h 6883880"/>
              <a:gd name="connsiteX3" fmla="*/ 7560000 w 7560000"/>
              <a:gd name="connsiteY3" fmla="*/ 3434560 h 6883880"/>
              <a:gd name="connsiteX4" fmla="*/ 5418786 w 7560000"/>
              <a:gd name="connsiteY4" fmla="*/ 6841811 h 6883880"/>
              <a:gd name="connsiteX5" fmla="*/ 5325732 w 7560000"/>
              <a:gd name="connsiteY5" fmla="*/ 6883880 h 6883880"/>
              <a:gd name="connsiteX6" fmla="*/ 2234269 w 7560000"/>
              <a:gd name="connsiteY6" fmla="*/ 6883880 h 6883880"/>
              <a:gd name="connsiteX7" fmla="*/ 2141214 w 7560000"/>
              <a:gd name="connsiteY7" fmla="*/ 6841811 h 6883880"/>
              <a:gd name="connsiteX8" fmla="*/ 0 w 7560000"/>
              <a:gd name="connsiteY8" fmla="*/ 3434560 h 6883880"/>
              <a:gd name="connsiteX9" fmla="*/ 2141214 w 7560000"/>
              <a:gd name="connsiteY9" fmla="*/ 27309 h 688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60000" h="6883880">
                <a:moveTo>
                  <a:pt x="2201620" y="0"/>
                </a:moveTo>
                <a:lnTo>
                  <a:pt x="5358380" y="0"/>
                </a:lnTo>
                <a:lnTo>
                  <a:pt x="5418786" y="27309"/>
                </a:lnTo>
                <a:cubicBezTo>
                  <a:pt x="6685722" y="637782"/>
                  <a:pt x="7560000" y="1934072"/>
                  <a:pt x="7560000" y="3434560"/>
                </a:cubicBezTo>
                <a:cubicBezTo>
                  <a:pt x="7560000" y="4935049"/>
                  <a:pt x="6685722" y="6231339"/>
                  <a:pt x="5418786" y="6841811"/>
                </a:cubicBezTo>
                <a:lnTo>
                  <a:pt x="5325732" y="6883880"/>
                </a:lnTo>
                <a:lnTo>
                  <a:pt x="2234269" y="6883880"/>
                </a:lnTo>
                <a:lnTo>
                  <a:pt x="2141214" y="6841811"/>
                </a:lnTo>
                <a:cubicBezTo>
                  <a:pt x="874278" y="6231339"/>
                  <a:pt x="0" y="4935049"/>
                  <a:pt x="0" y="3434560"/>
                </a:cubicBezTo>
                <a:cubicBezTo>
                  <a:pt x="0" y="1934072"/>
                  <a:pt x="874278" y="637782"/>
                  <a:pt x="2141214" y="27309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Danone One Light" panose="020B0304030202020204" pitchFamily="34" charset="0"/>
            </a:endParaRPr>
          </a:p>
        </p:txBody>
      </p:sp>
      <p:sp>
        <p:nvSpPr>
          <p:cNvPr id="22" name="Title Placeholder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4000" y="1705245"/>
            <a:ext cx="6984000" cy="3867075"/>
          </a:xfrm>
        </p:spPr>
        <p:txBody>
          <a:bodyPr anchor="ctr">
            <a:normAutofit/>
          </a:bodyPr>
          <a:lstStyle>
            <a:lvl1pPr marL="0" algn="ctr" defTabSz="914400" rtl="0" eaLnBrk="1" latinLnBrk="0" hangingPunct="1">
              <a:defRPr lang="en-GB" sz="6600" kern="1200" cap="all" baseline="0" dirty="0">
                <a:solidFill>
                  <a:srgbClr val="005EB8"/>
                </a:solidFill>
                <a:latin typeface="+mj-lt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 dirty="0"/>
              <a:t>CLOSING SLIDE title</a:t>
            </a:r>
          </a:p>
        </p:txBody>
      </p:sp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2" name="Danone-_Danone_Logo_Seconadry_Watercolour_Horizontal.png">
            <a:extLst>
              <a:ext uri="{FF2B5EF4-FFF2-40B4-BE49-F238E27FC236}">
                <a16:creationId xmlns:a16="http://schemas.microsoft.com/office/drawing/2014/main" id="{033C0A5F-B9AD-B5A1-55A5-C92F969CB29F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12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AB6D2447-DE2E-FC4F-E172-CFC9CCA0D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accent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874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quare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6E9493-8CBA-F4AB-F885-C27A214E66DC}"/>
              </a:ext>
            </a:extLst>
          </p:cNvPr>
          <p:cNvSpPr>
            <a:spLocks/>
          </p:cNvSpPr>
          <p:nvPr userDrawn="1"/>
        </p:nvSpPr>
        <p:spPr>
          <a:xfrm>
            <a:off x="2" y="-5560"/>
            <a:ext cx="2892423" cy="68838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wrap="square" lIns="45719" rIns="45719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Danone One Light" panose="020B0304030202020204" pitchFamily="34" charset="0"/>
            </a:endParaRPr>
          </a:p>
        </p:txBody>
      </p:sp>
      <p:pic>
        <p:nvPicPr>
          <p:cNvPr id="20" name="Danone-_Danone_Logo_Seconadry_Watercolour_Horizontal.png">
            <a:extLst>
              <a:ext uri="{FF2B5EF4-FFF2-40B4-BE49-F238E27FC236}">
                <a16:creationId xmlns:a16="http://schemas.microsoft.com/office/drawing/2014/main" id="{C05CD3F6-E0A7-0827-933E-03CAF2459654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4947" y="5818406"/>
            <a:ext cx="2089504" cy="62759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Help 2">
            <a:extLst>
              <a:ext uri="{FF2B5EF4-FFF2-40B4-BE49-F238E27FC236}">
                <a16:creationId xmlns:a16="http://schemas.microsoft.com/office/drawing/2014/main" id="{C5545AC8-718A-FC18-54C3-4B9795C20ED9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4" name="Help 3">
            <a:extLst>
              <a:ext uri="{FF2B5EF4-FFF2-40B4-BE49-F238E27FC236}">
                <a16:creationId xmlns:a16="http://schemas.microsoft.com/office/drawing/2014/main" id="{3877D9AA-4471-7A95-9773-4B9C3301EC3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" name="Help 4">
            <a:extLst>
              <a:ext uri="{FF2B5EF4-FFF2-40B4-BE49-F238E27FC236}">
                <a16:creationId xmlns:a16="http://schemas.microsoft.com/office/drawing/2014/main" id="{592647AF-27D2-3F57-2C1D-0B2D971953F7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Help 5">
            <a:extLst>
              <a:ext uri="{FF2B5EF4-FFF2-40B4-BE49-F238E27FC236}">
                <a16:creationId xmlns:a16="http://schemas.microsoft.com/office/drawing/2014/main" id="{7D8F816C-2B84-8803-2F8C-D5664F8873FB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96D84402-90FD-2192-7BFA-5631789FA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56350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accent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90F2D50-55B2-9662-8244-A0427F6B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050" y="1736726"/>
            <a:ext cx="6842125" cy="3492500"/>
          </a:xfrm>
        </p:spPr>
        <p:txBody>
          <a:bodyPr anchor="t">
            <a:normAutofit/>
          </a:bodyPr>
          <a:lstStyle>
            <a:lvl1pPr marL="0" algn="l" defTabSz="914400" rtl="0" eaLnBrk="1" latinLnBrk="0" hangingPunct="1">
              <a:defRPr lang="en-GB" sz="6600" kern="1200" cap="all" baseline="0" dirty="0">
                <a:solidFill>
                  <a:schemeClr val="bg1"/>
                </a:solidFill>
                <a:latin typeface="+mj-lt"/>
                <a:ea typeface="+mn-ea"/>
                <a:cs typeface="Danone One Condensed" panose="020B0604020202020204" charset="0"/>
              </a:defRPr>
            </a:lvl1pPr>
          </a:lstStyle>
          <a:p>
            <a:r>
              <a:rPr lang="en-GB" dirty="0"/>
              <a:t>CLOSING SLIDE title</a:t>
            </a:r>
          </a:p>
        </p:txBody>
      </p:sp>
    </p:spTree>
    <p:extLst>
      <p:ext uri="{BB962C8B-B14F-4D97-AF65-F5344CB8AC3E}">
        <p14:creationId xmlns:p14="http://schemas.microsoft.com/office/powerpoint/2010/main" val="951012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22">
          <p15:clr>
            <a:srgbClr val="FBAE40"/>
          </p15:clr>
        </p15:guide>
        <p15:guide id="2" pos="2252">
          <p15:clr>
            <a:srgbClr val="FBAE40"/>
          </p15:clr>
        </p15:guide>
        <p15:guide id="3" orient="horz" pos="3294">
          <p15:clr>
            <a:srgbClr val="FBAE40"/>
          </p15:clr>
        </p15:guide>
        <p15:guide id="4" pos="656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513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830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8576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 userDrawn="1">
          <p15:clr>
            <a:srgbClr val="FBAE40"/>
          </p15:clr>
        </p15:guide>
        <p15:guide id="2" pos="2547" userDrawn="1">
          <p15:clr>
            <a:srgbClr val="FBAE40"/>
          </p15:clr>
        </p15:guide>
        <p15:guide id="3" pos="4883" userDrawn="1">
          <p15:clr>
            <a:srgbClr val="FBAE40"/>
          </p15:clr>
        </p15:guide>
        <p15:guide id="4" pos="502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8619DF8-4408-A8AA-1187-EBE877ED5424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9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6D82AF-079A-1A88-1ED8-5EFB35994D9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4FF37727-F1D2-A951-31C3-29142E37E8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22" name="Semi Transparent">
            <a:extLst>
              <a:ext uri="{FF2B5EF4-FFF2-40B4-BE49-F238E27FC236}">
                <a16:creationId xmlns:a16="http://schemas.microsoft.com/office/drawing/2014/main" id="{E5C5DF47-34A8-AB69-0370-B74143B4E6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rgbClr val="005EB8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CHAPTER title - BLUE</a:t>
            </a:r>
            <a:endParaRPr lang="en-GB" dirty="0"/>
          </a:p>
        </p:txBody>
      </p:sp>
      <p:sp>
        <p:nvSpPr>
          <p:cNvPr id="11" name="Help 1">
            <a:extLst>
              <a:ext uri="{FF2B5EF4-FFF2-40B4-BE49-F238E27FC236}">
                <a16:creationId xmlns:a16="http://schemas.microsoft.com/office/drawing/2014/main" id="{35B2CE86-6C78-1FE6-E419-3883967D0AAE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2">
            <a:extLst>
              <a:ext uri="{FF2B5EF4-FFF2-40B4-BE49-F238E27FC236}">
                <a16:creationId xmlns:a16="http://schemas.microsoft.com/office/drawing/2014/main" id="{04B84F51-DB38-778C-C443-93ABA1E4757D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0" name="Help 3">
            <a:extLst>
              <a:ext uri="{FF2B5EF4-FFF2-40B4-BE49-F238E27FC236}">
                <a16:creationId xmlns:a16="http://schemas.microsoft.com/office/drawing/2014/main" id="{BBECA710-DE08-F064-3FC6-05A947214CA2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1" name="Help 4">
            <a:extLst>
              <a:ext uri="{FF2B5EF4-FFF2-40B4-BE49-F238E27FC236}">
                <a16:creationId xmlns:a16="http://schemas.microsoft.com/office/drawing/2014/main" id="{5140543F-5F16-E8FB-794C-9E1985E21F86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2" name="Help 14">
            <a:extLst>
              <a:ext uri="{FF2B5EF4-FFF2-40B4-BE49-F238E27FC236}">
                <a16:creationId xmlns:a16="http://schemas.microsoft.com/office/drawing/2014/main" id="{5A7A34D0-8647-F3A3-F5CB-E6F64863AED5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3" name="Help 15">
            <a:extLst>
              <a:ext uri="{FF2B5EF4-FFF2-40B4-BE49-F238E27FC236}">
                <a16:creationId xmlns:a16="http://schemas.microsoft.com/office/drawing/2014/main" id="{A642B930-50E8-4E81-5D00-E9FC249AD8A4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4" name="Help 16">
            <a:extLst>
              <a:ext uri="{FF2B5EF4-FFF2-40B4-BE49-F238E27FC236}">
                <a16:creationId xmlns:a16="http://schemas.microsoft.com/office/drawing/2014/main" id="{F92D7E3A-0F09-41F1-5EE4-4459A5AA23A6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5" name="Help 17">
            <a:extLst>
              <a:ext uri="{FF2B5EF4-FFF2-40B4-BE49-F238E27FC236}">
                <a16:creationId xmlns:a16="http://schemas.microsoft.com/office/drawing/2014/main" id="{90E94DE1-3543-4751-E5F2-9EBDF4725E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67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20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26">
            <a:extLst>
              <a:ext uri="{FF2B5EF4-FFF2-40B4-BE49-F238E27FC236}">
                <a16:creationId xmlns:a16="http://schemas.microsoft.com/office/drawing/2014/main" id="{FAADAFC1-54D4-CE3B-22D9-AC868292E2DE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1EF279-E061-F148-67E2-F1397E2DF11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48" name="Tijdelijke aanduiding voor afbeelding 47">
            <a:extLst>
              <a:ext uri="{FF2B5EF4-FFF2-40B4-BE49-F238E27FC236}">
                <a16:creationId xmlns:a16="http://schemas.microsoft.com/office/drawing/2014/main" id="{9A4E7B1C-BEFB-C609-45D5-D6887B00C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CHAPTER title - BLUE</a:t>
            </a:r>
            <a:endParaRPr lang="en-GB" dirty="0"/>
          </a:p>
        </p:txBody>
      </p:sp>
      <p:sp>
        <p:nvSpPr>
          <p:cNvPr id="47" name="Tijdelijke aanduiding voor tekst 46">
            <a:extLst>
              <a:ext uri="{FF2B5EF4-FFF2-40B4-BE49-F238E27FC236}">
                <a16:creationId xmlns:a16="http://schemas.microsoft.com/office/drawing/2014/main" id="{FF2069B0-FE55-8017-2B0F-CEAC9B1325C9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55" name="Help 1">
            <a:extLst>
              <a:ext uri="{FF2B5EF4-FFF2-40B4-BE49-F238E27FC236}">
                <a16:creationId xmlns:a16="http://schemas.microsoft.com/office/drawing/2014/main" id="{16F49914-3DB9-9A95-C95C-401D713A8F4C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6" name="Help 2">
            <a:extLst>
              <a:ext uri="{FF2B5EF4-FFF2-40B4-BE49-F238E27FC236}">
                <a16:creationId xmlns:a16="http://schemas.microsoft.com/office/drawing/2014/main" id="{DB8EE881-C532-436C-6322-AFE6AC81355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57" name="Help 3">
            <a:extLst>
              <a:ext uri="{FF2B5EF4-FFF2-40B4-BE49-F238E27FC236}">
                <a16:creationId xmlns:a16="http://schemas.microsoft.com/office/drawing/2014/main" id="{CBE9238F-B035-99D3-2F57-DEC4921FA6A9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8" name="Help 4">
            <a:extLst>
              <a:ext uri="{FF2B5EF4-FFF2-40B4-BE49-F238E27FC236}">
                <a16:creationId xmlns:a16="http://schemas.microsoft.com/office/drawing/2014/main" id="{FA93DB15-89BD-A737-1004-2126EE6881B7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59" name="Help 14">
            <a:extLst>
              <a:ext uri="{FF2B5EF4-FFF2-40B4-BE49-F238E27FC236}">
                <a16:creationId xmlns:a16="http://schemas.microsoft.com/office/drawing/2014/main" id="{6611ACF6-A2A0-93A8-60D2-2595F01D0DA5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60" name="Help 15">
            <a:extLst>
              <a:ext uri="{FF2B5EF4-FFF2-40B4-BE49-F238E27FC236}">
                <a16:creationId xmlns:a16="http://schemas.microsoft.com/office/drawing/2014/main" id="{E7847145-9542-08E2-CE8B-26149401F50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61" name="Help 16">
            <a:extLst>
              <a:ext uri="{FF2B5EF4-FFF2-40B4-BE49-F238E27FC236}">
                <a16:creationId xmlns:a16="http://schemas.microsoft.com/office/drawing/2014/main" id="{D4FACE7A-91DF-E8E9-223F-1F0656FB7DCD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62" name="Help 17">
            <a:extLst>
              <a:ext uri="{FF2B5EF4-FFF2-40B4-BE49-F238E27FC236}">
                <a16:creationId xmlns:a16="http://schemas.microsoft.com/office/drawing/2014/main" id="{6A7456DF-4531-6205-FF93-D86678A7389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38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454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pos="284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A8B2886-F1A6-9B75-89A2-A58E9B2B80CE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46800"/>
          </a:xfrm>
          <a:prstGeom prst="rect">
            <a:avLst/>
          </a:prstGeom>
          <a:solidFill>
            <a:srgbClr val="005EB8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76930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0675F41-3C32-6950-8DE0-477BA73F864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46800"/>
          </a:xfrm>
          <a:prstGeom prst="rect">
            <a:avLst/>
          </a:prstGeom>
          <a:solidFill>
            <a:srgbClr val="005EB8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09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45023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56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414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icture Placeholder 81">
            <a:extLst>
              <a:ext uri="{FF2B5EF4-FFF2-40B4-BE49-F238E27FC236}">
                <a16:creationId xmlns:a16="http://schemas.microsoft.com/office/drawing/2014/main" id="{8C985B0B-CA05-59FD-9283-60A2DA1B46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5" name="Rectangle 8">
            <a:extLst>
              <a:ext uri="{FF2B5EF4-FFF2-40B4-BE49-F238E27FC236}">
                <a16:creationId xmlns:a16="http://schemas.microsoft.com/office/drawing/2014/main" id="{F95F021B-F34C-A0D6-0D30-EA333120806F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09028"/>
            <a:ext cx="10837863" cy="3101706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6A1FAA-25A0-4EA0-9686-23F4B70CF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682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A269ED21-2C88-B212-7BC1-6A63C978761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4974" y="413912"/>
            <a:ext cx="52920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96099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7660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87696"/>
            <a:ext cx="7270894" cy="4468654"/>
          </a:xfrm>
        </p:spPr>
        <p:txBody>
          <a:bodyPr tIns="144000" bIns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chemeClr val="accent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0B77059-E86F-0907-CDB4-A5EF13F17E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25472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3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977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930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5EB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005EB8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5953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14860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 userDrawn="1">
          <p15:clr>
            <a:srgbClr val="FBAE40"/>
          </p15:clr>
        </p15:guide>
        <p15:guide id="2" pos="370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11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3" userDrawn="1">
          <p15:clr>
            <a:srgbClr val="FBAE40"/>
          </p15:clr>
        </p15:guide>
        <p15:guide id="2" pos="2547" userDrawn="1">
          <p15:clr>
            <a:srgbClr val="FBAE40"/>
          </p15:clr>
        </p15:guide>
        <p15:guide id="3" pos="4883" userDrawn="1">
          <p15:clr>
            <a:srgbClr val="FBAE40"/>
          </p15:clr>
        </p15:guide>
        <p15:guide id="4" pos="5019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74303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 userDrawn="1">
          <p15:clr>
            <a:srgbClr val="FBAE40"/>
          </p15:clr>
        </p15:guide>
        <p15:guide id="2" pos="3704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263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B27763-04E5-56C4-F399-0F09D0E8E48A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1D4FA7B-D391-F703-3F7F-92FD2FE993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5"/>
            <a:ext cx="12191997" cy="6345233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9428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145304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ue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5449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2114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07612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0777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0CBDEE6-B940-0C89-61FB-53737A1229D9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1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DBDFEF0-3E35-B1C3-B3EF-72CF9DA1006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23" name="Picture Placeholder">
            <a:extLst>
              <a:ext uri="{FF2B5EF4-FFF2-40B4-BE49-F238E27FC236}">
                <a16:creationId xmlns:a16="http://schemas.microsoft.com/office/drawing/2014/main" id="{B17B27AC-93D1-6CB4-EB4B-4DFC11F92C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Semi Transparent">
            <a:extLst>
              <a:ext uri="{FF2B5EF4-FFF2-40B4-BE49-F238E27FC236}">
                <a16:creationId xmlns:a16="http://schemas.microsoft.com/office/drawing/2014/main" id="{9C73F3BD-91FD-4731-563F-C5EF779CD0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chemeClr val="accent2">
              <a:alpha val="60000"/>
            </a:scheme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aqua</a:t>
            </a:r>
            <a:endParaRPr lang="en-GB" dirty="0"/>
          </a:p>
        </p:txBody>
      </p:sp>
      <p:sp>
        <p:nvSpPr>
          <p:cNvPr id="31" name="Help 1">
            <a:extLst>
              <a:ext uri="{FF2B5EF4-FFF2-40B4-BE49-F238E27FC236}">
                <a16:creationId xmlns:a16="http://schemas.microsoft.com/office/drawing/2014/main" id="{F4C229CE-FC35-A984-0137-CD3A0717F81F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2" name="Help 2">
            <a:extLst>
              <a:ext uri="{FF2B5EF4-FFF2-40B4-BE49-F238E27FC236}">
                <a16:creationId xmlns:a16="http://schemas.microsoft.com/office/drawing/2014/main" id="{EB3EE133-1143-1F41-22BB-4F7436F07C98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3" name="Help 3">
            <a:extLst>
              <a:ext uri="{FF2B5EF4-FFF2-40B4-BE49-F238E27FC236}">
                <a16:creationId xmlns:a16="http://schemas.microsoft.com/office/drawing/2014/main" id="{2BFEC10C-C823-B900-44FD-AB04E7157883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4">
            <a:extLst>
              <a:ext uri="{FF2B5EF4-FFF2-40B4-BE49-F238E27FC236}">
                <a16:creationId xmlns:a16="http://schemas.microsoft.com/office/drawing/2014/main" id="{3E16F8B1-8968-8AEC-B2EC-483EDD4AB901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5" name="Help 14">
            <a:extLst>
              <a:ext uri="{FF2B5EF4-FFF2-40B4-BE49-F238E27FC236}">
                <a16:creationId xmlns:a16="http://schemas.microsoft.com/office/drawing/2014/main" id="{F1A2E639-AD1E-3202-132E-F1157046C244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6" name="Help 15">
            <a:extLst>
              <a:ext uri="{FF2B5EF4-FFF2-40B4-BE49-F238E27FC236}">
                <a16:creationId xmlns:a16="http://schemas.microsoft.com/office/drawing/2014/main" id="{A29DDE2D-5AF3-957B-DD33-2AD6CD56D479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7" name="Help 16">
            <a:extLst>
              <a:ext uri="{FF2B5EF4-FFF2-40B4-BE49-F238E27FC236}">
                <a16:creationId xmlns:a16="http://schemas.microsoft.com/office/drawing/2014/main" id="{F1EBB89D-2890-261F-39B9-F71A4AC3D252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8" name="Help 17">
            <a:extLst>
              <a:ext uri="{FF2B5EF4-FFF2-40B4-BE49-F238E27FC236}">
                <a16:creationId xmlns:a16="http://schemas.microsoft.com/office/drawing/2014/main" id="{F6DC6A83-B715-4469-FACA-0429D50967D4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01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5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0076497-67DF-D7D2-E603-38F1CE667ED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26" name="Tijdelijke aanduiding voor afbeelding 25">
            <a:extLst>
              <a:ext uri="{FF2B5EF4-FFF2-40B4-BE49-F238E27FC236}">
                <a16:creationId xmlns:a16="http://schemas.microsoft.com/office/drawing/2014/main" id="{99BE5EE8-760B-5CF6-AB57-E9FEE5CCAF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4D6B7BB0-3803-6485-1182-6E585E9FDC09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aqua</a:t>
            </a:r>
            <a:endParaRPr lang="en-GB" dirty="0"/>
          </a:p>
        </p:txBody>
      </p:sp>
      <p:sp>
        <p:nvSpPr>
          <p:cNvPr id="31" name="Help 1">
            <a:extLst>
              <a:ext uri="{FF2B5EF4-FFF2-40B4-BE49-F238E27FC236}">
                <a16:creationId xmlns:a16="http://schemas.microsoft.com/office/drawing/2014/main" id="{6622B422-868A-FE6F-ED1C-45545CE356E3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2" name="Help 2">
            <a:extLst>
              <a:ext uri="{FF2B5EF4-FFF2-40B4-BE49-F238E27FC236}">
                <a16:creationId xmlns:a16="http://schemas.microsoft.com/office/drawing/2014/main" id="{B18A73F3-C20A-F9E7-E1B8-12C43E6CA18C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3" name="Help 3">
            <a:extLst>
              <a:ext uri="{FF2B5EF4-FFF2-40B4-BE49-F238E27FC236}">
                <a16:creationId xmlns:a16="http://schemas.microsoft.com/office/drawing/2014/main" id="{EE013817-F087-E46A-9EE6-4BFF7A1E6EE4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4">
            <a:extLst>
              <a:ext uri="{FF2B5EF4-FFF2-40B4-BE49-F238E27FC236}">
                <a16:creationId xmlns:a16="http://schemas.microsoft.com/office/drawing/2014/main" id="{036F8C01-A355-ACCF-5A46-3E79C09461FF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5" name="Help 14">
            <a:extLst>
              <a:ext uri="{FF2B5EF4-FFF2-40B4-BE49-F238E27FC236}">
                <a16:creationId xmlns:a16="http://schemas.microsoft.com/office/drawing/2014/main" id="{6170019A-60BC-8D3B-3655-7A9A0069389D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6" name="Help 15">
            <a:extLst>
              <a:ext uri="{FF2B5EF4-FFF2-40B4-BE49-F238E27FC236}">
                <a16:creationId xmlns:a16="http://schemas.microsoft.com/office/drawing/2014/main" id="{61134F21-73F0-2176-D8C2-6A94E6B0C03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7" name="Help 16">
            <a:extLst>
              <a:ext uri="{FF2B5EF4-FFF2-40B4-BE49-F238E27FC236}">
                <a16:creationId xmlns:a16="http://schemas.microsoft.com/office/drawing/2014/main" id="{5D9D8459-39F3-EDE7-6EFD-1704ADB94E3C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8" name="Help 17">
            <a:extLst>
              <a:ext uri="{FF2B5EF4-FFF2-40B4-BE49-F238E27FC236}">
                <a16:creationId xmlns:a16="http://schemas.microsoft.com/office/drawing/2014/main" id="{835643B4-B465-9517-100B-253E7E17360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77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0C616B7-8521-B9D7-8123-0333EB1EF3A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46800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986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61F130-BECE-0A69-8C27-3ECD0939CE4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46800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404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45023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384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887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jdelijke aanduiding voor afbeelding 14">
            <a:extLst>
              <a:ext uri="{FF2B5EF4-FFF2-40B4-BE49-F238E27FC236}">
                <a16:creationId xmlns:a16="http://schemas.microsoft.com/office/drawing/2014/main" id="{A269ED21-2C88-B212-7BC1-6A63C978761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4974" y="413912"/>
            <a:ext cx="52920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2114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C1E22D5-A716-D5FD-0111-182BE0B27A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17653"/>
            <a:ext cx="10837863" cy="312758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F11F9AAD-1181-B6AE-C29E-16CEF13CE4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51312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ACED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2318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95179"/>
            <a:ext cx="7270894" cy="4461171"/>
          </a:xfrm>
        </p:spPr>
        <p:txBody>
          <a:bodyPr tIns="144000" bIns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00ACED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9790A00-9FDC-B294-20C5-BA2C186C83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1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11020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ACED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3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accent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1258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367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ACE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358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00ACED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6647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5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35443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14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0835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7682C0-B71B-EB70-A849-016CE70E9B22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7E94187-987B-A667-87B4-AA0EF271DD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5"/>
            <a:ext cx="12191996" cy="634523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519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qua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174537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qua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6869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48985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28423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06382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56BD0E6-8D46-AD1B-6BF6-34247144171F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1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0954DD9-E2CC-01DB-AE1C-24FAEBDF0E4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7" name="Picture Placeholder">
            <a:extLst>
              <a:ext uri="{FF2B5EF4-FFF2-40B4-BE49-F238E27FC236}">
                <a16:creationId xmlns:a16="http://schemas.microsoft.com/office/drawing/2014/main" id="{6D7471E9-4B6D-E47F-3789-C4785E5968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Semi Transparent">
            <a:extLst>
              <a:ext uri="{FF2B5EF4-FFF2-40B4-BE49-F238E27FC236}">
                <a16:creationId xmlns:a16="http://schemas.microsoft.com/office/drawing/2014/main" id="{54B48DCF-5DB3-61C8-1C24-4C5CA59408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chemeClr val="tx2">
              <a:alpha val="60000"/>
            </a:scheme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NAVY</a:t>
            </a:r>
            <a:endParaRPr lang="en-GB" dirty="0"/>
          </a:p>
        </p:txBody>
      </p:sp>
      <p:sp>
        <p:nvSpPr>
          <p:cNvPr id="31" name="Help 1">
            <a:extLst>
              <a:ext uri="{FF2B5EF4-FFF2-40B4-BE49-F238E27FC236}">
                <a16:creationId xmlns:a16="http://schemas.microsoft.com/office/drawing/2014/main" id="{BDCCB471-7FDB-E529-11D4-73B549322283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2" name="Help 2">
            <a:extLst>
              <a:ext uri="{FF2B5EF4-FFF2-40B4-BE49-F238E27FC236}">
                <a16:creationId xmlns:a16="http://schemas.microsoft.com/office/drawing/2014/main" id="{56CC59E3-8056-FBE1-E4D3-D18CE06B82F1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3" name="Help 3">
            <a:extLst>
              <a:ext uri="{FF2B5EF4-FFF2-40B4-BE49-F238E27FC236}">
                <a16:creationId xmlns:a16="http://schemas.microsoft.com/office/drawing/2014/main" id="{04F28D59-C4BB-EEA7-135F-209AB10A90A6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4">
            <a:extLst>
              <a:ext uri="{FF2B5EF4-FFF2-40B4-BE49-F238E27FC236}">
                <a16:creationId xmlns:a16="http://schemas.microsoft.com/office/drawing/2014/main" id="{A3240B50-F1BC-C34D-8BDB-B6AE6A0C233E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5" name="Help 14">
            <a:extLst>
              <a:ext uri="{FF2B5EF4-FFF2-40B4-BE49-F238E27FC236}">
                <a16:creationId xmlns:a16="http://schemas.microsoft.com/office/drawing/2014/main" id="{B05B4684-8965-E8F1-C6F3-780ECF2D959F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6" name="Help 15">
            <a:extLst>
              <a:ext uri="{FF2B5EF4-FFF2-40B4-BE49-F238E27FC236}">
                <a16:creationId xmlns:a16="http://schemas.microsoft.com/office/drawing/2014/main" id="{5B1DCEC0-2569-753A-EB38-7DD88090317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7" name="Help 16">
            <a:extLst>
              <a:ext uri="{FF2B5EF4-FFF2-40B4-BE49-F238E27FC236}">
                <a16:creationId xmlns:a16="http://schemas.microsoft.com/office/drawing/2014/main" id="{95993F5A-3B86-ABE7-5BE1-DA9E440037AE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8" name="Help 17">
            <a:extLst>
              <a:ext uri="{FF2B5EF4-FFF2-40B4-BE49-F238E27FC236}">
                <a16:creationId xmlns:a16="http://schemas.microsoft.com/office/drawing/2014/main" id="{929CD865-66E3-D530-245A-A5D470FFEAE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226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5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5C6FB7-8DF7-745B-9480-1FCBA39335F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6" name="Tijdelijke aanduiding voor afbeelding 25">
            <a:extLst>
              <a:ext uri="{FF2B5EF4-FFF2-40B4-BE49-F238E27FC236}">
                <a16:creationId xmlns:a16="http://schemas.microsoft.com/office/drawing/2014/main" id="{EBEE08E7-A7FA-A749-5AD3-86730BE4FA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161A8F90-FF42-2F21-C15D-2BFD8DA77A24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tx2">
              <a:alpha val="60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NAVY</a:t>
            </a:r>
            <a:endParaRPr lang="en-GB" dirty="0"/>
          </a:p>
        </p:txBody>
      </p:sp>
      <p:sp>
        <p:nvSpPr>
          <p:cNvPr id="31" name="Help 1">
            <a:extLst>
              <a:ext uri="{FF2B5EF4-FFF2-40B4-BE49-F238E27FC236}">
                <a16:creationId xmlns:a16="http://schemas.microsoft.com/office/drawing/2014/main" id="{62B97FF8-8C0E-0AC8-499C-FD72BE7C0117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2" name="Help 2">
            <a:extLst>
              <a:ext uri="{FF2B5EF4-FFF2-40B4-BE49-F238E27FC236}">
                <a16:creationId xmlns:a16="http://schemas.microsoft.com/office/drawing/2014/main" id="{D78D3E18-CC0A-7551-0D93-0BE24B2A6740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3" name="Help 3">
            <a:extLst>
              <a:ext uri="{FF2B5EF4-FFF2-40B4-BE49-F238E27FC236}">
                <a16:creationId xmlns:a16="http://schemas.microsoft.com/office/drawing/2014/main" id="{1138BA96-3F0C-D443-66EE-0187BA24CE6C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4">
            <a:extLst>
              <a:ext uri="{FF2B5EF4-FFF2-40B4-BE49-F238E27FC236}">
                <a16:creationId xmlns:a16="http://schemas.microsoft.com/office/drawing/2014/main" id="{76EB7B55-FBA4-19DB-A5AE-018336780EE4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5" name="Help 14">
            <a:extLst>
              <a:ext uri="{FF2B5EF4-FFF2-40B4-BE49-F238E27FC236}">
                <a16:creationId xmlns:a16="http://schemas.microsoft.com/office/drawing/2014/main" id="{9497EF4B-D201-A184-07DC-E0D51A059146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6" name="Help 15">
            <a:extLst>
              <a:ext uri="{FF2B5EF4-FFF2-40B4-BE49-F238E27FC236}">
                <a16:creationId xmlns:a16="http://schemas.microsoft.com/office/drawing/2014/main" id="{AA3E4C07-DCEB-37C0-E4D1-8C6529497A4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7" name="Help 16">
            <a:extLst>
              <a:ext uri="{FF2B5EF4-FFF2-40B4-BE49-F238E27FC236}">
                <a16:creationId xmlns:a16="http://schemas.microsoft.com/office/drawing/2014/main" id="{AEBC494F-B4A7-A38E-A316-5059A22530D7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8" name="Help 17">
            <a:extLst>
              <a:ext uri="{FF2B5EF4-FFF2-40B4-BE49-F238E27FC236}">
                <a16:creationId xmlns:a16="http://schemas.microsoft.com/office/drawing/2014/main" id="{E332E088-F5F8-500C-85CF-1EEF325752E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620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CB21413-4AC7-B8E7-3123-541DF6B877FC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tx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345446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C2B7FE1-2A3E-764B-F05D-AB0FF517008E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43764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tx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762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45023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238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490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46949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2512" y="413912"/>
            <a:ext cx="5294461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29B82999-F331-3E13-299C-672295A21EF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70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4E9E6A-1670-3567-C720-1EBC5205C1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5" name="Rectangle 8">
            <a:extLst>
              <a:ext uri="{FF2B5EF4-FFF2-40B4-BE49-F238E27FC236}">
                <a16:creationId xmlns:a16="http://schemas.microsoft.com/office/drawing/2014/main" id="{F95F021B-F34C-A0D6-0D30-EA333120806F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17653"/>
            <a:ext cx="10837863" cy="826809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14C3EB3-66E1-6ABC-34A5-2FB5219EA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72444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tx2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4259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95179"/>
            <a:ext cx="7270894" cy="4461171"/>
          </a:xfrm>
        </p:spPr>
        <p:txBody>
          <a:bodyPr tIns="144000" bIns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chemeClr val="tx2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88FED39D-E303-2125-3AE4-BEB45482AF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072204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tx2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3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033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tx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421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tx2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077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chemeClr val="accent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9624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8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57894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6C1DA8-DA64-1E89-20A8-CF390ADE9442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F7C9BB-93FC-A47E-A247-4BC077679D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5"/>
            <a:ext cx="12191996" cy="634523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3883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y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4731264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vy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84295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EF3340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54555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28735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2526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DCCCB3A-9031-72E0-FB5F-637385C08EE1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1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FD5CFBF-E4F8-8628-920F-A5DF65D4103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chemeClr val="accent3"/>
          </a:solidFill>
        </p:spPr>
      </p:pic>
      <p:sp>
        <p:nvSpPr>
          <p:cNvPr id="27" name="Picture Placeholder">
            <a:extLst>
              <a:ext uri="{FF2B5EF4-FFF2-40B4-BE49-F238E27FC236}">
                <a16:creationId xmlns:a16="http://schemas.microsoft.com/office/drawing/2014/main" id="{036A4A2D-A61E-83E0-2A09-30BAD7C52B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Semi Transparent">
            <a:extLst>
              <a:ext uri="{FF2B5EF4-FFF2-40B4-BE49-F238E27FC236}">
                <a16:creationId xmlns:a16="http://schemas.microsoft.com/office/drawing/2014/main" id="{985E3FCD-7503-37E6-336D-ABCC60FD7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chemeClr val="accent3">
              <a:alpha val="60000"/>
            </a:scheme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RED</a:t>
            </a:r>
            <a:endParaRPr lang="en-GB" dirty="0"/>
          </a:p>
        </p:txBody>
      </p:sp>
      <p:sp>
        <p:nvSpPr>
          <p:cNvPr id="31" name="Help 1">
            <a:extLst>
              <a:ext uri="{FF2B5EF4-FFF2-40B4-BE49-F238E27FC236}">
                <a16:creationId xmlns:a16="http://schemas.microsoft.com/office/drawing/2014/main" id="{27AA48CA-C351-6124-543E-B40704DE2421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2" name="Help 2">
            <a:extLst>
              <a:ext uri="{FF2B5EF4-FFF2-40B4-BE49-F238E27FC236}">
                <a16:creationId xmlns:a16="http://schemas.microsoft.com/office/drawing/2014/main" id="{2FF75936-D930-45F5-08DA-C85246A35B4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3" name="Help 3">
            <a:extLst>
              <a:ext uri="{FF2B5EF4-FFF2-40B4-BE49-F238E27FC236}">
                <a16:creationId xmlns:a16="http://schemas.microsoft.com/office/drawing/2014/main" id="{5223DA1E-A172-0B77-16DD-D6323DA47F65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4">
            <a:extLst>
              <a:ext uri="{FF2B5EF4-FFF2-40B4-BE49-F238E27FC236}">
                <a16:creationId xmlns:a16="http://schemas.microsoft.com/office/drawing/2014/main" id="{6FAD06E5-1EE3-BCCB-AD26-BAB74D01A9BA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5" name="Help 14">
            <a:extLst>
              <a:ext uri="{FF2B5EF4-FFF2-40B4-BE49-F238E27FC236}">
                <a16:creationId xmlns:a16="http://schemas.microsoft.com/office/drawing/2014/main" id="{975AB3BA-ADC3-F3BB-9053-1CB4701043BF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6" name="Help 15">
            <a:extLst>
              <a:ext uri="{FF2B5EF4-FFF2-40B4-BE49-F238E27FC236}">
                <a16:creationId xmlns:a16="http://schemas.microsoft.com/office/drawing/2014/main" id="{0A2E0AE6-67E7-765B-4C3B-776EE840BF8F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7" name="Help 16">
            <a:extLst>
              <a:ext uri="{FF2B5EF4-FFF2-40B4-BE49-F238E27FC236}">
                <a16:creationId xmlns:a16="http://schemas.microsoft.com/office/drawing/2014/main" id="{214DDAF8-4156-9376-EEA5-6D387D83F5F5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8" name="Help 17">
            <a:extLst>
              <a:ext uri="{FF2B5EF4-FFF2-40B4-BE49-F238E27FC236}">
                <a16:creationId xmlns:a16="http://schemas.microsoft.com/office/drawing/2014/main" id="{34E7578D-484C-97E3-3EDF-5072B4D9183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9391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Help 1">
            <a:extLst>
              <a:ext uri="{FF2B5EF4-FFF2-40B4-BE49-F238E27FC236}">
                <a16:creationId xmlns:a16="http://schemas.microsoft.com/office/drawing/2014/main" id="{6E6DD490-F8C3-AFEA-3C69-BF1BFD320621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CC06C56D-99E6-AF81-6C57-860C8FBF418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70383C80-15E8-D1E7-B5F8-A2BC6D202C4D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A4D0E916-0C8D-738D-DA4F-D542DFF4BD49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9" name="Help 14">
            <a:extLst>
              <a:ext uri="{FF2B5EF4-FFF2-40B4-BE49-F238E27FC236}">
                <a16:creationId xmlns:a16="http://schemas.microsoft.com/office/drawing/2014/main" id="{0FE9B874-5974-381E-6691-9DB76E71AEE0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0" name="Help 15">
            <a:extLst>
              <a:ext uri="{FF2B5EF4-FFF2-40B4-BE49-F238E27FC236}">
                <a16:creationId xmlns:a16="http://schemas.microsoft.com/office/drawing/2014/main" id="{E894AE8D-292E-9BD6-CA9C-C3D2CFFF46DC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11" name="Help 16">
            <a:extLst>
              <a:ext uri="{FF2B5EF4-FFF2-40B4-BE49-F238E27FC236}">
                <a16:creationId xmlns:a16="http://schemas.microsoft.com/office/drawing/2014/main" id="{6BFFF8DD-6494-D5C3-440D-42E023D9CDD8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3" name="Help 17">
            <a:extLst>
              <a:ext uri="{FF2B5EF4-FFF2-40B4-BE49-F238E27FC236}">
                <a16:creationId xmlns:a16="http://schemas.microsoft.com/office/drawing/2014/main" id="{DAF9151F-2642-895A-EB8D-C01A8FF2C95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  <p:pic>
        <p:nvPicPr>
          <p:cNvPr id="25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8F9FD13-997C-F3F3-CE76-AC34311E428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chemeClr val="accent3"/>
          </a:solidFill>
        </p:spPr>
      </p:pic>
      <p:sp>
        <p:nvSpPr>
          <p:cNvPr id="26" name="Tijdelijke aanduiding voor afbeelding 25">
            <a:extLst>
              <a:ext uri="{FF2B5EF4-FFF2-40B4-BE49-F238E27FC236}">
                <a16:creationId xmlns:a16="http://schemas.microsoft.com/office/drawing/2014/main" id="{A7E59534-0164-9A25-0DD3-BB736B4E8F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382DC85C-A055-DB86-7673-3306BBD6E129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accent3">
              <a:alpha val="60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RED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071304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8D5D4E-CDCD-3D3F-F5E1-0CCE13F78CE0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chemeClr val="accent3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5290191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2724D62-4EC8-73DD-AAA3-49E17F9B323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EF3340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0018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6343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585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46949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4972" y="413912"/>
            <a:ext cx="5292001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4A8A7505-F4D7-8BE4-CCA0-93608CCA576C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2328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4E9E6A-1670-3567-C720-1EBC5205C1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17653"/>
            <a:ext cx="10837863" cy="826809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14C3EB3-66E1-6ABC-34A5-2FB5219EA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30350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EF3340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42904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87696"/>
            <a:ext cx="7270894" cy="4468654"/>
          </a:xfrm>
        </p:spPr>
        <p:txBody>
          <a:bodyPr tIns="144000" bIns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EF3340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C195E8B1-229F-A641-054B-CD25284DB6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407340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EF3340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3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76596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EF3340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4096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EF3340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358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EF3340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3813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FDEB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46529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10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41622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5BA091-0FA4-A373-9618-195525BA98CD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61F26C5-0CE1-6BD7-4FA9-4873F79CAAD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5"/>
            <a:ext cx="12191996" cy="634523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5947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038507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d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81887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85045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0181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19455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54222B0-CB3C-CD91-BF11-CEAF450C75F9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0" name="Help 15">
            <a:extLst>
              <a:ext uri="{FF2B5EF4-FFF2-40B4-BE49-F238E27FC236}">
                <a16:creationId xmlns:a16="http://schemas.microsoft.com/office/drawing/2014/main" id="{F0B7BA66-8115-1C49-32B0-0307D14F4D95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1A56C5DD-F691-CAB0-EF95-04CF24BF4DF0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0FF8731F-7FC9-78FC-224F-C3AD73AF1546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B35F99F4-F36F-BBF5-63D3-AC0F445ABAF4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pic>
        <p:nvPicPr>
          <p:cNvPr id="11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D6BB6DC-2EDC-1553-58D3-BBB06A2BBBC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rgbClr val="54AD18"/>
          </a:solidFill>
        </p:spPr>
      </p:pic>
      <p:sp>
        <p:nvSpPr>
          <p:cNvPr id="27" name="Picture Placeholder">
            <a:extLst>
              <a:ext uri="{FF2B5EF4-FFF2-40B4-BE49-F238E27FC236}">
                <a16:creationId xmlns:a16="http://schemas.microsoft.com/office/drawing/2014/main" id="{B8D20325-EFA5-4AC1-C01A-C5D0145566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Semi Transparent">
            <a:extLst>
              <a:ext uri="{FF2B5EF4-FFF2-40B4-BE49-F238E27FC236}">
                <a16:creationId xmlns:a16="http://schemas.microsoft.com/office/drawing/2014/main" id="{2A2732A9-8408-3E90-C10B-8F163F98A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rgbClr val="54AD18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</a:t>
            </a:r>
            <a:r>
              <a:rPr lang="en-US" dirty="0" err="1"/>
              <a:t>GREEn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72302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31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68D2C7D-E15A-F948-BA34-F27A257C6D8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rgbClr val="54AD18"/>
          </a:solidFill>
        </p:spPr>
      </p:pic>
      <p:sp>
        <p:nvSpPr>
          <p:cNvPr id="32" name="Tijdelijke aanduiding voor afbeelding 31">
            <a:extLst>
              <a:ext uri="{FF2B5EF4-FFF2-40B4-BE49-F238E27FC236}">
                <a16:creationId xmlns:a16="http://schemas.microsoft.com/office/drawing/2014/main" id="{89C7B3B2-F91B-237D-F6BD-4741B6A017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AC52A030-A2B2-1C62-C6A1-767F9AB18C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rgbClr val="54AD18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</a:t>
            </a:r>
            <a:r>
              <a:rPr lang="en-US" dirty="0" err="1"/>
              <a:t>GREEn</a:t>
            </a:r>
            <a:endParaRPr lang="en-GB" dirty="0"/>
          </a:p>
        </p:txBody>
      </p:sp>
      <p:sp>
        <p:nvSpPr>
          <p:cNvPr id="34" name="Help 1">
            <a:extLst>
              <a:ext uri="{FF2B5EF4-FFF2-40B4-BE49-F238E27FC236}">
                <a16:creationId xmlns:a16="http://schemas.microsoft.com/office/drawing/2014/main" id="{7F5A56BD-4879-4CAA-9A99-14B8D916835C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5" name="Help 2">
            <a:extLst>
              <a:ext uri="{FF2B5EF4-FFF2-40B4-BE49-F238E27FC236}">
                <a16:creationId xmlns:a16="http://schemas.microsoft.com/office/drawing/2014/main" id="{939D7B26-64B5-11C7-0B94-F91C34E0D83F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6" name="Help 3">
            <a:extLst>
              <a:ext uri="{FF2B5EF4-FFF2-40B4-BE49-F238E27FC236}">
                <a16:creationId xmlns:a16="http://schemas.microsoft.com/office/drawing/2014/main" id="{A4E04644-5EAD-4C62-4B8B-0841C368FA2D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7" name="Help 4">
            <a:extLst>
              <a:ext uri="{FF2B5EF4-FFF2-40B4-BE49-F238E27FC236}">
                <a16:creationId xmlns:a16="http://schemas.microsoft.com/office/drawing/2014/main" id="{22338CFB-B77B-BC0E-5071-66BA10E0FDDC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8" name="Help 14">
            <a:extLst>
              <a:ext uri="{FF2B5EF4-FFF2-40B4-BE49-F238E27FC236}">
                <a16:creationId xmlns:a16="http://schemas.microsoft.com/office/drawing/2014/main" id="{F251C147-8FA1-383A-984B-6DE81C2EB3B7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9" name="Help 15">
            <a:extLst>
              <a:ext uri="{FF2B5EF4-FFF2-40B4-BE49-F238E27FC236}">
                <a16:creationId xmlns:a16="http://schemas.microsoft.com/office/drawing/2014/main" id="{344CA823-177D-8C28-8F4F-1A5E2DF7B920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40" name="Help 16">
            <a:extLst>
              <a:ext uri="{FF2B5EF4-FFF2-40B4-BE49-F238E27FC236}">
                <a16:creationId xmlns:a16="http://schemas.microsoft.com/office/drawing/2014/main" id="{CA63F62D-7C80-C072-46F8-E0E1B004223D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41" name="Help 17">
            <a:extLst>
              <a:ext uri="{FF2B5EF4-FFF2-40B4-BE49-F238E27FC236}">
                <a16:creationId xmlns:a16="http://schemas.microsoft.com/office/drawing/2014/main" id="{AB9CFCA9-88F5-0D22-FC5F-870751E74EF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5564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7F81712-4FC5-FF24-A27C-8E0A4220004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54AD18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54AD18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431890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B525F04-7D95-F44E-2A86-E7F529084AF5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54AD18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29453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3189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08806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46949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4972" y="413912"/>
            <a:ext cx="5292001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521D7137-7370-13BA-843D-7451D4914F50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9208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4E9E6A-1670-3567-C720-1EBC5205C1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17653"/>
            <a:ext cx="10837863" cy="826809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14C3EB3-66E1-6ABC-34A5-2FB5219EA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82564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54AD18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11389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87696"/>
            <a:ext cx="7270894" cy="4468654"/>
          </a:xfrm>
        </p:spPr>
        <p:txBody>
          <a:bodyPr tIns="144000" bIns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54AD18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81C6708A-92E8-265A-A448-453404C8BE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881929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54AD18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rgbClr val="54AD18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01400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2370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54AD18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4828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EF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37812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09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27830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6733F9-0F49-F91B-2291-59BAA5C25262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238BBA8-FC94-9EB1-2F8B-8280CCD768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4"/>
            <a:ext cx="12176519" cy="634523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54AD18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1859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69326342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reen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64814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4847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65956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79345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3660E1C-C26F-EBB2-A704-7E3A363E7861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0" name="Help 15">
            <a:extLst>
              <a:ext uri="{FF2B5EF4-FFF2-40B4-BE49-F238E27FC236}">
                <a16:creationId xmlns:a16="http://schemas.microsoft.com/office/drawing/2014/main" id="{22C058EE-D6B5-B66C-E1F0-DBB577A528C5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96F868C4-B67A-4E96-7D8D-EDFE51989D08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E6F76BFF-4EFE-BBF8-73E9-B4F0E0103085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D30040EA-F8FD-E8F8-763F-6B8C6DA468B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pic>
        <p:nvPicPr>
          <p:cNvPr id="31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3CCFC8-3770-F60C-7F71-9E2B2272DB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rgbClr val="F88806"/>
          </a:solidFill>
        </p:spPr>
      </p:pic>
      <p:sp>
        <p:nvSpPr>
          <p:cNvPr id="32" name="Picture Placeholder">
            <a:extLst>
              <a:ext uri="{FF2B5EF4-FFF2-40B4-BE49-F238E27FC236}">
                <a16:creationId xmlns:a16="http://schemas.microsoft.com/office/drawing/2014/main" id="{926BEF52-4D1C-9F16-77F4-12ECBB51CF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3" name="Semi Transparent">
            <a:extLst>
              <a:ext uri="{FF2B5EF4-FFF2-40B4-BE49-F238E27FC236}">
                <a16:creationId xmlns:a16="http://schemas.microsoft.com/office/drawing/2014/main" id="{F7D7D944-FF31-5D0D-73B8-FFC489F7EE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rgbClr val="F88806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ORANGE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5089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F88806"/>
              </a:solidFill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5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86CC8C-65D9-EE31-68E7-F8B5EC882A1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rgbClr val="F88806"/>
          </a:solidFill>
        </p:spPr>
      </p:pic>
      <p:sp>
        <p:nvSpPr>
          <p:cNvPr id="26" name="Tijdelijke aanduiding voor afbeelding 25">
            <a:extLst>
              <a:ext uri="{FF2B5EF4-FFF2-40B4-BE49-F238E27FC236}">
                <a16:creationId xmlns:a16="http://schemas.microsoft.com/office/drawing/2014/main" id="{3D3BF09A-60CF-64C1-08D0-AD135B6D20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8F02E41D-6A7C-E073-FD36-CE9129E583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rgbClr val="F88806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ORANGE</a:t>
            </a:r>
            <a:endParaRPr lang="en-GB" dirty="0"/>
          </a:p>
        </p:txBody>
      </p:sp>
      <p:sp>
        <p:nvSpPr>
          <p:cNvPr id="31" name="Help 1">
            <a:extLst>
              <a:ext uri="{FF2B5EF4-FFF2-40B4-BE49-F238E27FC236}">
                <a16:creationId xmlns:a16="http://schemas.microsoft.com/office/drawing/2014/main" id="{CDC05FF0-D3FE-3923-76D6-FAC3759F0BC4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2" name="Help 2">
            <a:extLst>
              <a:ext uri="{FF2B5EF4-FFF2-40B4-BE49-F238E27FC236}">
                <a16:creationId xmlns:a16="http://schemas.microsoft.com/office/drawing/2014/main" id="{3DB0B230-E1C7-7626-97BB-84862598DB9C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3" name="Help 3">
            <a:extLst>
              <a:ext uri="{FF2B5EF4-FFF2-40B4-BE49-F238E27FC236}">
                <a16:creationId xmlns:a16="http://schemas.microsoft.com/office/drawing/2014/main" id="{07F3948F-1C1B-6790-3A72-F1A5FB807BFC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4">
            <a:extLst>
              <a:ext uri="{FF2B5EF4-FFF2-40B4-BE49-F238E27FC236}">
                <a16:creationId xmlns:a16="http://schemas.microsoft.com/office/drawing/2014/main" id="{45CE1BDC-B8DC-509A-3FBE-26885F5CACD1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5" name="Help 14">
            <a:extLst>
              <a:ext uri="{FF2B5EF4-FFF2-40B4-BE49-F238E27FC236}">
                <a16:creationId xmlns:a16="http://schemas.microsoft.com/office/drawing/2014/main" id="{BEC8877B-9329-E19A-638F-4F01746640B7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6" name="Help 15">
            <a:extLst>
              <a:ext uri="{FF2B5EF4-FFF2-40B4-BE49-F238E27FC236}">
                <a16:creationId xmlns:a16="http://schemas.microsoft.com/office/drawing/2014/main" id="{8445AD74-414A-DAA5-09E6-35AE9D94A36C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7" name="Help 16">
            <a:extLst>
              <a:ext uri="{FF2B5EF4-FFF2-40B4-BE49-F238E27FC236}">
                <a16:creationId xmlns:a16="http://schemas.microsoft.com/office/drawing/2014/main" id="{AA8E7336-479E-FC89-C239-DDC55717AA43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8" name="Help 17">
            <a:extLst>
              <a:ext uri="{FF2B5EF4-FFF2-40B4-BE49-F238E27FC236}">
                <a16:creationId xmlns:a16="http://schemas.microsoft.com/office/drawing/2014/main" id="{AC4C27C7-A5FB-0C75-7AC2-218A4B3E3487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2213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538192-5FA9-D92C-8CF3-26BB1A9BE50A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F88806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460062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BA40D88-75B0-55F7-97A7-7C54869B50AB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43764"/>
          </a:xfrm>
          <a:prstGeom prst="rect">
            <a:avLst/>
          </a:prstGeom>
          <a:solidFill>
            <a:srgbClr val="F88806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658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1131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7877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4974" y="413912"/>
            <a:ext cx="52920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636307EF-73E8-A25A-E116-FE4FB05DD19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1903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4E9E6A-1670-3567-C720-1EBC5205C1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17653"/>
            <a:ext cx="10837863" cy="826809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14C3EB3-66E1-6ABC-34A5-2FB5219EA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0325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88806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57132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87696"/>
            <a:ext cx="7270894" cy="4468654"/>
          </a:xfrm>
        </p:spPr>
        <p:txBody>
          <a:bodyPr tIns="144000" bIns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F88806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126F88A-3CD3-D7D7-E81C-08C1CEB9A9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196336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88806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rgbClr val="F88806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accent1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04086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5990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F88806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1684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FDF4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47125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400345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6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5692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4BACB2-310C-C811-757D-D4BCA9ACD8DE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6DE984F-1465-3957-F0C0-AFCCF245C9E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" y="5"/>
            <a:ext cx="12191996" cy="634523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8880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473857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4205083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range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9665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86799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615839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2000" cy="4615839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3165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82937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A19DCCF-E3CA-E690-83BC-7D483CF1AA4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rgbClr val="00843D"/>
          </a:solidFill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B96EE9D-0EBC-E849-514F-6B82E871DFD6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0" name="Help 15">
            <a:extLst>
              <a:ext uri="{FF2B5EF4-FFF2-40B4-BE49-F238E27FC236}">
                <a16:creationId xmlns:a16="http://schemas.microsoft.com/office/drawing/2014/main" id="{7B98E96F-67B5-2C38-2736-A71255922733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9837B658-4295-70F7-0C47-8AC2EA3B6E28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890F97FE-506F-925E-1911-DE796F66E57C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7A8476D6-1CDE-47BE-296A-85654941511E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– DARK </a:t>
            </a:r>
            <a:r>
              <a:rPr lang="en-US" dirty="0" err="1"/>
              <a:t>GREEn</a:t>
            </a:r>
            <a:endParaRPr lang="en-GB" dirty="0"/>
          </a:p>
        </p:txBody>
      </p:sp>
      <p:sp>
        <p:nvSpPr>
          <p:cNvPr id="27" name="Picture Placeholder">
            <a:extLst>
              <a:ext uri="{FF2B5EF4-FFF2-40B4-BE49-F238E27FC236}">
                <a16:creationId xmlns:a16="http://schemas.microsoft.com/office/drawing/2014/main" id="{BC148ED3-2030-4FD2-1C04-3C091C4BE3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Semi Transparent">
            <a:extLst>
              <a:ext uri="{FF2B5EF4-FFF2-40B4-BE49-F238E27FC236}">
                <a16:creationId xmlns:a16="http://schemas.microsoft.com/office/drawing/2014/main" id="{A9E6208D-FE80-CAE2-1CC0-286FE155FA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rgbClr val="00843D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9310518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00843D"/>
              </a:solidFill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– DARK </a:t>
            </a:r>
            <a:r>
              <a:rPr lang="en-US" dirty="0" err="1"/>
              <a:t>GREEn</a:t>
            </a:r>
            <a:endParaRPr lang="en-GB" dirty="0"/>
          </a:p>
        </p:txBody>
      </p:sp>
      <p:pic>
        <p:nvPicPr>
          <p:cNvPr id="25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315F003-FDE3-CD73-FE31-73A16623BFB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rgbClr val="00843D"/>
          </a:solidFill>
        </p:spPr>
      </p:pic>
      <p:sp>
        <p:nvSpPr>
          <p:cNvPr id="26" name="Tijdelijke aanduiding voor afbeelding 25">
            <a:extLst>
              <a:ext uri="{FF2B5EF4-FFF2-40B4-BE49-F238E27FC236}">
                <a16:creationId xmlns:a16="http://schemas.microsoft.com/office/drawing/2014/main" id="{5E40787D-9B2C-DC34-7586-422DF5DB0C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ACCAF6B1-6F2B-D348-38DB-AC1BEEE672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rgbClr val="00843D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31" name="Help 1">
            <a:extLst>
              <a:ext uri="{FF2B5EF4-FFF2-40B4-BE49-F238E27FC236}">
                <a16:creationId xmlns:a16="http://schemas.microsoft.com/office/drawing/2014/main" id="{811F3A01-06BB-5CAB-2E37-35C5673DD618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2" name="Help 2">
            <a:extLst>
              <a:ext uri="{FF2B5EF4-FFF2-40B4-BE49-F238E27FC236}">
                <a16:creationId xmlns:a16="http://schemas.microsoft.com/office/drawing/2014/main" id="{9A1522FE-9D1A-B9EC-CAE8-5CD89D033E49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3" name="Help 3">
            <a:extLst>
              <a:ext uri="{FF2B5EF4-FFF2-40B4-BE49-F238E27FC236}">
                <a16:creationId xmlns:a16="http://schemas.microsoft.com/office/drawing/2014/main" id="{07B09A2D-8E2D-88DC-8240-ECCC41FBC8AF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4">
            <a:extLst>
              <a:ext uri="{FF2B5EF4-FFF2-40B4-BE49-F238E27FC236}">
                <a16:creationId xmlns:a16="http://schemas.microsoft.com/office/drawing/2014/main" id="{5975F6DA-6C4E-8FBC-D362-8A29E2AC654F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5" name="Help 14">
            <a:extLst>
              <a:ext uri="{FF2B5EF4-FFF2-40B4-BE49-F238E27FC236}">
                <a16:creationId xmlns:a16="http://schemas.microsoft.com/office/drawing/2014/main" id="{5B15F5F0-6694-2E55-40F9-9A93B306ADF4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6" name="Help 15">
            <a:extLst>
              <a:ext uri="{FF2B5EF4-FFF2-40B4-BE49-F238E27FC236}">
                <a16:creationId xmlns:a16="http://schemas.microsoft.com/office/drawing/2014/main" id="{D0774717-EFAB-EFFA-206C-71434C3F3117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7" name="Help 16">
            <a:extLst>
              <a:ext uri="{FF2B5EF4-FFF2-40B4-BE49-F238E27FC236}">
                <a16:creationId xmlns:a16="http://schemas.microsoft.com/office/drawing/2014/main" id="{A78BA43C-7F13-7C21-4D09-270073C80370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8" name="Help 17">
            <a:extLst>
              <a:ext uri="{FF2B5EF4-FFF2-40B4-BE49-F238E27FC236}">
                <a16:creationId xmlns:a16="http://schemas.microsoft.com/office/drawing/2014/main" id="{171177DA-3AE5-1155-74B5-EA7683323F8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0729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B26D7F-38A5-AA05-B9F0-0F5197518C5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00843D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8203317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4ED23C3-87E6-E5E1-B21A-5B45DA946480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00843D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00843D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39785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2060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90624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2"/>
            <a:ext cx="5292000" cy="4606650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2512" y="413912"/>
            <a:ext cx="5294461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7FC9A0DF-EAC5-B7DF-A497-6F032714596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142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4E9E6A-1670-3567-C720-1EBC5205C1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17653"/>
            <a:ext cx="10837863" cy="826809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14C3EB3-66E1-6ABC-34A5-2FB5219EA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62924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843D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91676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95179"/>
            <a:ext cx="7270894" cy="4461171"/>
          </a:xfrm>
        </p:spPr>
        <p:txBody>
          <a:bodyPr tIns="144000" bIns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00843D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8018F0B-084F-9A13-062A-A408515E0A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621078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843D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rgbClr val="00843D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88368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45263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00843D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772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5F3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70086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64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02311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883C72-2729-FE11-FC7A-775B0E691B08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B5B8FB0-3FB2-1C4B-D318-0C4EE8FD04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5"/>
            <a:ext cx="12191996" cy="634523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00843D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5007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Green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6232067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ark Green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61292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072778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9049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37451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 userDrawn="1">
          <p15:clr>
            <a:srgbClr val="FBAE40"/>
          </p15:clr>
        </p15:guide>
        <p15:guide id="2" pos="2547" userDrawn="1">
          <p15:clr>
            <a:srgbClr val="FBAE40"/>
          </p15:clr>
        </p15:guide>
        <p15:guide id="3" pos="4883" userDrawn="1">
          <p15:clr>
            <a:srgbClr val="FBAE40"/>
          </p15:clr>
        </p15:guide>
        <p15:guide id="4" pos="5024" userDrawn="1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18211C6-574C-5C2D-14E9-1AD279B35C1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chemeClr val="accent4"/>
          </a:solidFill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03E49CE-1409-46B4-5634-E3567339E48E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0" name="Help 15">
            <a:extLst>
              <a:ext uri="{FF2B5EF4-FFF2-40B4-BE49-F238E27FC236}">
                <a16:creationId xmlns:a16="http://schemas.microsoft.com/office/drawing/2014/main" id="{C11B1AB8-E07C-0491-DA36-069F8EF7C4CC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7C37F3C9-830F-CD96-8567-FB25FA6F02B9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11143D5E-A5E7-846E-B783-0BA7C950B3A8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2396B4FA-61BA-A657-405E-99EC475ADF9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SALMON</a:t>
            </a:r>
            <a:endParaRPr lang="en-GB" dirty="0"/>
          </a:p>
        </p:txBody>
      </p:sp>
      <p:sp>
        <p:nvSpPr>
          <p:cNvPr id="27" name="Picture Placeholder">
            <a:extLst>
              <a:ext uri="{FF2B5EF4-FFF2-40B4-BE49-F238E27FC236}">
                <a16:creationId xmlns:a16="http://schemas.microsoft.com/office/drawing/2014/main" id="{C674213F-22C0-A410-610B-6FBAE4061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Semi Transparent">
            <a:extLst>
              <a:ext uri="{FF2B5EF4-FFF2-40B4-BE49-F238E27FC236}">
                <a16:creationId xmlns:a16="http://schemas.microsoft.com/office/drawing/2014/main" id="{B2C0DF2F-AB16-87DA-AEA4-82C771DF89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chemeClr val="accent4">
              <a:alpha val="60000"/>
            </a:scheme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4970047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4"/>
              </a:solidFill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5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42B104B-2BAC-49C5-D62D-80DE4299556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chemeClr val="accent4"/>
          </a:solidFill>
        </p:spPr>
      </p:pic>
      <p:sp>
        <p:nvSpPr>
          <p:cNvPr id="26" name="Tijdelijke aanduiding voor afbeelding 25">
            <a:extLst>
              <a:ext uri="{FF2B5EF4-FFF2-40B4-BE49-F238E27FC236}">
                <a16:creationId xmlns:a16="http://schemas.microsoft.com/office/drawing/2014/main" id="{D2867939-97F4-F6D8-2A6E-D7BCEE1637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7EF8E8B3-6856-5966-1AC6-4301FFC709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accent4">
              <a:alpha val="60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SALMON</a:t>
            </a:r>
            <a:endParaRPr lang="en-GB" dirty="0"/>
          </a:p>
        </p:txBody>
      </p:sp>
      <p:sp>
        <p:nvSpPr>
          <p:cNvPr id="31" name="Help 1">
            <a:extLst>
              <a:ext uri="{FF2B5EF4-FFF2-40B4-BE49-F238E27FC236}">
                <a16:creationId xmlns:a16="http://schemas.microsoft.com/office/drawing/2014/main" id="{422D061F-7CE7-9064-96F3-E51A3A976902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2" name="Help 2">
            <a:extLst>
              <a:ext uri="{FF2B5EF4-FFF2-40B4-BE49-F238E27FC236}">
                <a16:creationId xmlns:a16="http://schemas.microsoft.com/office/drawing/2014/main" id="{D5874EBD-696C-D2A3-30C7-BD8C2A2F5FB7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3" name="Help 3">
            <a:extLst>
              <a:ext uri="{FF2B5EF4-FFF2-40B4-BE49-F238E27FC236}">
                <a16:creationId xmlns:a16="http://schemas.microsoft.com/office/drawing/2014/main" id="{A4982E86-56DF-A5F1-2747-4E238C96DB20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4">
            <a:extLst>
              <a:ext uri="{FF2B5EF4-FFF2-40B4-BE49-F238E27FC236}">
                <a16:creationId xmlns:a16="http://schemas.microsoft.com/office/drawing/2014/main" id="{34116A2F-6459-FB8B-C270-9FBCEDCC7F7B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5" name="Help 14">
            <a:extLst>
              <a:ext uri="{FF2B5EF4-FFF2-40B4-BE49-F238E27FC236}">
                <a16:creationId xmlns:a16="http://schemas.microsoft.com/office/drawing/2014/main" id="{9EF4AC82-E597-7A4C-6A81-7F0B2B3224CD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6" name="Help 15">
            <a:extLst>
              <a:ext uri="{FF2B5EF4-FFF2-40B4-BE49-F238E27FC236}">
                <a16:creationId xmlns:a16="http://schemas.microsoft.com/office/drawing/2014/main" id="{80816F72-A751-09F5-626D-73568250F343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7" name="Help 16">
            <a:extLst>
              <a:ext uri="{FF2B5EF4-FFF2-40B4-BE49-F238E27FC236}">
                <a16:creationId xmlns:a16="http://schemas.microsoft.com/office/drawing/2014/main" id="{0F73538D-3156-5B1B-FDF6-71DFAD0510B4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8" name="Help 17">
            <a:extLst>
              <a:ext uri="{FF2B5EF4-FFF2-40B4-BE49-F238E27FC236}">
                <a16:creationId xmlns:a16="http://schemas.microsoft.com/office/drawing/2014/main" id="{E8C29B62-2646-D675-DFD6-379AE1E1A017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72515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DA23167-1271-7A4B-77A4-BD63DD9EA41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43764"/>
          </a:xfrm>
          <a:prstGeom prst="rect">
            <a:avLst/>
          </a:prstGeom>
          <a:solidFill>
            <a:schemeClr val="accent4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4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0847471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AC33E42-A800-ABFD-0E0E-B6070E4768E0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43764"/>
          </a:xfrm>
          <a:prstGeom prst="rect">
            <a:avLst/>
          </a:prstGeom>
          <a:solidFill>
            <a:schemeClr val="accent4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4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21306567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05097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05664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4972" y="413912"/>
            <a:ext cx="5292001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BFE7D169-67E0-9590-23AE-F62015FA725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3259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4E9E6A-1670-3567-C720-1EBC5205C1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17653"/>
            <a:ext cx="10837863" cy="826809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14C3EB3-66E1-6ABC-34A5-2FB5219EA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5443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46467578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95179"/>
            <a:ext cx="7270894" cy="4461171"/>
          </a:xfrm>
        </p:spPr>
        <p:txBody>
          <a:bodyPr tIns="144000" bIns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chemeClr val="accent4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34EF61E-7147-7D40-59EC-805957F4B8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1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444551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4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accent1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662756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0465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8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accent4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604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E8C6B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35479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 userDrawn="1">
          <p15:clr>
            <a:srgbClr val="FBAE40"/>
          </p15:clr>
        </p15:guide>
        <p15:guide id="2" pos="3704" userDrawn="1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83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 userDrawn="1">
          <p15:clr>
            <a:srgbClr val="FBAE40"/>
          </p15:clr>
        </p15:guide>
        <p15:guide id="2" pos="2547" userDrawn="1">
          <p15:clr>
            <a:srgbClr val="FBAE40"/>
          </p15:clr>
        </p15:guide>
        <p15:guide id="3" pos="4883" userDrawn="1">
          <p15:clr>
            <a:srgbClr val="FBAE40"/>
          </p15:clr>
        </p15:guide>
        <p15:guide id="4" pos="5024" userDrawn="1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23425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 userDrawn="1">
          <p15:clr>
            <a:srgbClr val="FBAE40"/>
          </p15:clr>
        </p15:guide>
        <p15:guide id="2" pos="3704" userDrawn="1">
          <p15:clr>
            <a:srgbClr val="FBAE40"/>
          </p15:clr>
        </p15:guide>
        <p15:guide id="3" orient="horz" pos="2500" userDrawn="1">
          <p15:clr>
            <a:srgbClr val="FBAE40"/>
          </p15:clr>
        </p15:guide>
        <p15:guide id="4" orient="horz" pos="2636" userDrawn="1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88ADE7-E5B8-1113-3C14-E564ED3DA34D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54354E5-AF5D-4077-51C0-B9F33C81B8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5"/>
            <a:ext cx="12191996" cy="634523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1694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n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54675301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lmon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803857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57BAB7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5320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7BAB7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57BAB7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450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89494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A8888A3-8968-CFCF-B72F-40DDC0812C0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chemeClr val="accent6"/>
          </a:solidFill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B810E9D-5D7E-A06D-C8E9-18BA4F477E0E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0" name="Help 15">
            <a:extLst>
              <a:ext uri="{FF2B5EF4-FFF2-40B4-BE49-F238E27FC236}">
                <a16:creationId xmlns:a16="http://schemas.microsoft.com/office/drawing/2014/main" id="{9F823F0B-C6CC-7453-E4FF-BFB55947A8E6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D918F6C7-9FD8-6655-99FA-C51A8CD4022F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09987FE8-5FD7-C44F-1E5F-E24791E5DD88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AA142064-9FAC-039D-EFCA-AB565282673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MINT</a:t>
            </a:r>
            <a:endParaRPr lang="en-GB" dirty="0"/>
          </a:p>
        </p:txBody>
      </p:sp>
      <p:sp>
        <p:nvSpPr>
          <p:cNvPr id="27" name="Picture Placeholder">
            <a:extLst>
              <a:ext uri="{FF2B5EF4-FFF2-40B4-BE49-F238E27FC236}">
                <a16:creationId xmlns:a16="http://schemas.microsoft.com/office/drawing/2014/main" id="{70047C29-EADC-BDEA-EA7B-779D1E212C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Semi Transparent">
            <a:extLst>
              <a:ext uri="{FF2B5EF4-FFF2-40B4-BE49-F238E27FC236}">
                <a16:creationId xmlns:a16="http://schemas.microsoft.com/office/drawing/2014/main" id="{BCAC787C-072C-5C32-61C3-89794157D7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chemeClr val="accent6">
              <a:alpha val="60000"/>
            </a:scheme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3994986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6"/>
              </a:solidFill>
              <a:latin typeface="Danone One Light" panose="020B0304030202020204" pitchFamily="34" charset="0"/>
            </a:endParaRPr>
          </a:p>
        </p:txBody>
      </p:sp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EC79030-9A40-F650-E8E8-9AEAFBDCA15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chemeClr val="accent6"/>
          </a:solidFill>
        </p:spPr>
      </p:pic>
      <p:sp>
        <p:nvSpPr>
          <p:cNvPr id="31" name="Tijdelijke aanduiding voor afbeelding 30">
            <a:extLst>
              <a:ext uri="{FF2B5EF4-FFF2-40B4-BE49-F238E27FC236}">
                <a16:creationId xmlns:a16="http://schemas.microsoft.com/office/drawing/2014/main" id="{EF0FDC93-75AE-4606-7389-09B1FDF6F1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2" name="Tijdelijke aanduiding voor tekst 31">
            <a:extLst>
              <a:ext uri="{FF2B5EF4-FFF2-40B4-BE49-F238E27FC236}">
                <a16:creationId xmlns:a16="http://schemas.microsoft.com/office/drawing/2014/main" id="{446A4542-3899-32F5-5B90-14289D9E94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accent6">
              <a:alpha val="60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MINT</a:t>
            </a:r>
            <a:endParaRPr lang="en-GB" dirty="0"/>
          </a:p>
        </p:txBody>
      </p:sp>
      <p:sp>
        <p:nvSpPr>
          <p:cNvPr id="33" name="Help 1">
            <a:extLst>
              <a:ext uri="{FF2B5EF4-FFF2-40B4-BE49-F238E27FC236}">
                <a16:creationId xmlns:a16="http://schemas.microsoft.com/office/drawing/2014/main" id="{85067F2F-FB86-52DE-FF86-D0AD2593FACA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2">
            <a:extLst>
              <a:ext uri="{FF2B5EF4-FFF2-40B4-BE49-F238E27FC236}">
                <a16:creationId xmlns:a16="http://schemas.microsoft.com/office/drawing/2014/main" id="{7051D81B-E40D-02C1-DB73-4443AF3E8074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5" name="Help 3">
            <a:extLst>
              <a:ext uri="{FF2B5EF4-FFF2-40B4-BE49-F238E27FC236}">
                <a16:creationId xmlns:a16="http://schemas.microsoft.com/office/drawing/2014/main" id="{6DF27EBB-E637-EF1B-51AD-BD9754AEFDFB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6" name="Help 4">
            <a:extLst>
              <a:ext uri="{FF2B5EF4-FFF2-40B4-BE49-F238E27FC236}">
                <a16:creationId xmlns:a16="http://schemas.microsoft.com/office/drawing/2014/main" id="{FB58C53D-11F4-F3B9-08A1-2F7315C8DB37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7" name="Help 14">
            <a:extLst>
              <a:ext uri="{FF2B5EF4-FFF2-40B4-BE49-F238E27FC236}">
                <a16:creationId xmlns:a16="http://schemas.microsoft.com/office/drawing/2014/main" id="{CD05312F-AE08-95B9-7945-EA5CB11B1111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8" name="Help 15">
            <a:extLst>
              <a:ext uri="{FF2B5EF4-FFF2-40B4-BE49-F238E27FC236}">
                <a16:creationId xmlns:a16="http://schemas.microsoft.com/office/drawing/2014/main" id="{F71CDD33-FA4A-7779-D817-F5596C8967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9" name="Help 16">
            <a:extLst>
              <a:ext uri="{FF2B5EF4-FFF2-40B4-BE49-F238E27FC236}">
                <a16:creationId xmlns:a16="http://schemas.microsoft.com/office/drawing/2014/main" id="{6CE9DDC5-3673-613F-A70A-286A3FA981A9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40" name="Help 17">
            <a:extLst>
              <a:ext uri="{FF2B5EF4-FFF2-40B4-BE49-F238E27FC236}">
                <a16:creationId xmlns:a16="http://schemas.microsoft.com/office/drawing/2014/main" id="{8335A487-8D55-ACD0-1815-D300F4711D9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76327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BA8C6C-E661-A476-8291-622B6152C267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57BAB7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6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47222963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2A7A31B-B218-A020-8BF4-90FC000BC430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8" y="0"/>
            <a:ext cx="11566025" cy="6356350"/>
          </a:xfrm>
          <a:prstGeom prst="rect">
            <a:avLst/>
          </a:prstGeom>
          <a:solidFill>
            <a:srgbClr val="57BAB7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6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7190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4871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89474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46949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2512" y="413912"/>
            <a:ext cx="5294461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BAE2DD31-4ACA-30D2-86C7-66F8CEBA0E8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732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4E9E6A-1670-3567-C720-1EBC5205C1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17653"/>
            <a:ext cx="10837863" cy="826809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14C3EB3-66E1-6ABC-34A5-2FB5219EA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02903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17742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87696"/>
            <a:ext cx="7270894" cy="4468654"/>
          </a:xfrm>
        </p:spPr>
        <p:txBody>
          <a:bodyPr tIns="144000" bIns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chemeClr val="accent6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C9B9B05-C2E9-6CE8-5E35-E11B08D194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1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7596885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6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200339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accent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69275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3"/>
            <a:ext cx="5292000" cy="4645026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accent6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047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EE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65798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389233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87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06439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EB2855-996D-A239-502D-92A2A51B5D4A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9FF456E-836E-B6FA-61D1-8AB1B314B1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5"/>
            <a:ext cx="12191997" cy="634523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241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67436003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int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04445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56220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3"/>
            <a:ext cx="5292000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83379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065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38B3E0F-66DC-43A4-9C98-731E81B4884D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1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63F983-F1C5-C061-A8CF-5FEA433F15B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rgbClr val="FFB2BE"/>
          </a:solidFill>
        </p:spPr>
      </p:pic>
      <p:sp>
        <p:nvSpPr>
          <p:cNvPr id="27" name="Picture Placeholder">
            <a:extLst>
              <a:ext uri="{FF2B5EF4-FFF2-40B4-BE49-F238E27FC236}">
                <a16:creationId xmlns:a16="http://schemas.microsoft.com/office/drawing/2014/main" id="{E053793C-37A9-1990-18FE-4D875814AB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Semi Transparent">
            <a:extLst>
              <a:ext uri="{FF2B5EF4-FFF2-40B4-BE49-F238E27FC236}">
                <a16:creationId xmlns:a16="http://schemas.microsoft.com/office/drawing/2014/main" id="{A79F8582-9D48-82C4-1C88-840A7EA547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rgbClr val="FFB2BE">
              <a:alpha val="60000"/>
            </a:srgb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0" name="Help 15">
            <a:extLst>
              <a:ext uri="{FF2B5EF4-FFF2-40B4-BE49-F238E27FC236}">
                <a16:creationId xmlns:a16="http://schemas.microsoft.com/office/drawing/2014/main" id="{C11A6A19-54A9-6AF2-9E9C-C2149668E113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688456F2-B419-4404-2305-745FBB932C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7C815BFB-C71E-E596-B1A1-ED4B1A4472FC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F8020C02-3846-150D-0156-62CD5483374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PINK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2939911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FFB2B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pic>
        <p:nvPicPr>
          <p:cNvPr id="25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1A8360-1881-94BB-B101-C9AD74D7EE7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rgbClr val="FFB2BE"/>
          </a:solidFill>
        </p:spPr>
      </p:pic>
      <p:sp>
        <p:nvSpPr>
          <p:cNvPr id="26" name="Tijdelijke aanduiding voor afbeelding 25">
            <a:extLst>
              <a:ext uri="{FF2B5EF4-FFF2-40B4-BE49-F238E27FC236}">
                <a16:creationId xmlns:a16="http://schemas.microsoft.com/office/drawing/2014/main" id="{8164C072-F667-6FB7-A0FD-7BC4E01163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0E856D7E-3B6E-6294-9C55-13EECA7206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rgbClr val="FFB2BE">
              <a:alpha val="60000"/>
            </a:srgb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PINK</a:t>
            </a:r>
            <a:endParaRPr lang="en-GB" dirty="0"/>
          </a:p>
        </p:txBody>
      </p:sp>
      <p:sp>
        <p:nvSpPr>
          <p:cNvPr id="31" name="Help 1">
            <a:extLst>
              <a:ext uri="{FF2B5EF4-FFF2-40B4-BE49-F238E27FC236}">
                <a16:creationId xmlns:a16="http://schemas.microsoft.com/office/drawing/2014/main" id="{5BD92895-CC76-205C-619A-42D2C13FF606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2" name="Help 2">
            <a:extLst>
              <a:ext uri="{FF2B5EF4-FFF2-40B4-BE49-F238E27FC236}">
                <a16:creationId xmlns:a16="http://schemas.microsoft.com/office/drawing/2014/main" id="{7BE7350C-52E9-FB6D-0E12-1E13EDAA17F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3" name="Help 3">
            <a:extLst>
              <a:ext uri="{FF2B5EF4-FFF2-40B4-BE49-F238E27FC236}">
                <a16:creationId xmlns:a16="http://schemas.microsoft.com/office/drawing/2014/main" id="{35ED57A7-CBCE-D3DC-DC66-CE335D349557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4">
            <a:extLst>
              <a:ext uri="{FF2B5EF4-FFF2-40B4-BE49-F238E27FC236}">
                <a16:creationId xmlns:a16="http://schemas.microsoft.com/office/drawing/2014/main" id="{B08AD95D-D61D-0D34-2AE3-3C09F043D886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5" name="Help 14">
            <a:extLst>
              <a:ext uri="{FF2B5EF4-FFF2-40B4-BE49-F238E27FC236}">
                <a16:creationId xmlns:a16="http://schemas.microsoft.com/office/drawing/2014/main" id="{0FCC8748-B0F8-0051-1534-109172CF0D28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6" name="Help 15">
            <a:extLst>
              <a:ext uri="{FF2B5EF4-FFF2-40B4-BE49-F238E27FC236}">
                <a16:creationId xmlns:a16="http://schemas.microsoft.com/office/drawing/2014/main" id="{70120D10-D1B2-B372-D582-EDDFA3CA7DD2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7" name="Help 16">
            <a:extLst>
              <a:ext uri="{FF2B5EF4-FFF2-40B4-BE49-F238E27FC236}">
                <a16:creationId xmlns:a16="http://schemas.microsoft.com/office/drawing/2014/main" id="{F5E1580F-243D-8B54-141D-858490F03DCC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8" name="Help 17">
            <a:extLst>
              <a:ext uri="{FF2B5EF4-FFF2-40B4-BE49-F238E27FC236}">
                <a16:creationId xmlns:a16="http://schemas.microsoft.com/office/drawing/2014/main" id="{CE1D09B3-97FD-F17C-B193-EBC85C9F182E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24596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8DD9052-1155-28CF-C69D-6F1441730D1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FFB2BE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FFB2B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42175023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BD0900-8AC7-99F5-21E7-65BB269E6313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FFB2BE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chemeClr val="accent2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41193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752972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19304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45026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62378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752975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2512" y="413912"/>
            <a:ext cx="5294461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D1B5CC0A-EB00-6A4F-21F9-5AEE73CD2705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220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4E9E6A-1670-3567-C720-1EBC5205C1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17653"/>
            <a:ext cx="10837863" cy="826809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14C3EB3-66E1-6ABC-34A5-2FB5219EA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49511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FB2BE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536746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95179"/>
            <a:ext cx="7270894" cy="4461171"/>
          </a:xfrm>
        </p:spPr>
        <p:txBody>
          <a:bodyPr tIns="144000" bIns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FFB2BE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DC62B76-7849-BF76-BB52-AF0E8ABCE1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2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0780321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FB2BE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rgbClr val="FFB2BE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accent1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211159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511252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7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FFB2BE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8852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FFF7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52441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791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57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93104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D0D840-4178-9730-90EB-FF77CDC690B5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6CDC8E3-DE01-7294-BBBA-C49B04A187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5"/>
            <a:ext cx="12191996" cy="634523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FB2B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902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51395665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nk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630596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">
            <a:extLst>
              <a:ext uri="{FF2B5EF4-FFF2-40B4-BE49-F238E27FC236}">
                <a16:creationId xmlns:a16="http://schemas.microsoft.com/office/drawing/2014/main" id="{2E81EED0-61ED-4F58-AFA5-63A60E97F9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0">
            <a:noAutofit/>
          </a:bodyPr>
          <a:lstStyle>
            <a:lvl1pPr>
              <a:defRPr baseline="0"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0281187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4615839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2000" cy="4615839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91917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Middle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Right">
            <a:extLst>
              <a:ext uri="{FF2B5EF4-FFF2-40B4-BE49-F238E27FC236}">
                <a16:creationId xmlns:a16="http://schemas.microsoft.com/office/drawing/2014/main" id="{E6D19261-A65F-494B-8CD5-72BF65271DC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 tIns="0" bIns="0"/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603E74D-A1F2-4D68-971B-17D99EBA66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9383AB76-E190-AE82-6889-D5FCF4F86A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737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55D14D43-55C6-6B81-9120-0C830A6B01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70974" y="5409986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5C0977B6-94B7-DD59-BAEE-A8A295D255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4" y="5427432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00088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0EEA9A-4BDC-E098-8CA4-AF8A5DD9E4E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-3139"/>
            <a:ext cx="5823481" cy="6350400"/>
          </a:xfrm>
          <a:prstGeom prst="rect">
            <a:avLst/>
          </a:prstGeom>
          <a:solidFill>
            <a:schemeClr val="accent5"/>
          </a:solidFill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83310B9-49BE-C39C-ABF8-793E71F75C29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Help 2">
            <a:extLst>
              <a:ext uri="{FF2B5EF4-FFF2-40B4-BE49-F238E27FC236}">
                <a16:creationId xmlns:a16="http://schemas.microsoft.com/office/drawing/2014/main" id="{73EA3B98-0946-6339-1A42-EBA740EAA655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8" name="Help 3">
            <a:extLst>
              <a:ext uri="{FF2B5EF4-FFF2-40B4-BE49-F238E27FC236}">
                <a16:creationId xmlns:a16="http://schemas.microsoft.com/office/drawing/2014/main" id="{C9C443B4-A7CF-4296-BEA3-DC39F2031216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7" name="Help 4">
            <a:extLst>
              <a:ext uri="{FF2B5EF4-FFF2-40B4-BE49-F238E27FC236}">
                <a16:creationId xmlns:a16="http://schemas.microsoft.com/office/drawing/2014/main" id="{A8211453-6A6D-6D3E-2D71-66AD1411E184}"/>
              </a:ext>
            </a:extLst>
          </p:cNvPr>
          <p:cNvSpPr>
            <a:spLocks/>
          </p:cNvSpPr>
          <p:nvPr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0" name="Help 5">
            <a:extLst>
              <a:ext uri="{FF2B5EF4-FFF2-40B4-BE49-F238E27FC236}">
                <a16:creationId xmlns:a16="http://schemas.microsoft.com/office/drawing/2014/main" id="{DDDD16D3-0615-7693-E9EC-EBF4361070C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pic>
        <p:nvPicPr>
          <p:cNvPr id="7" name="Help 6">
            <a:extLst>
              <a:ext uri="{FF2B5EF4-FFF2-40B4-BE49-F238E27FC236}">
                <a16:creationId xmlns:a16="http://schemas.microsoft.com/office/drawing/2014/main" id="{05124F89-8F5A-BF3A-4D86-7C4FB258173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9" name="Help 7">
            <a:extLst>
              <a:ext uri="{FF2B5EF4-FFF2-40B4-BE49-F238E27FC236}">
                <a16:creationId xmlns:a16="http://schemas.microsoft.com/office/drawing/2014/main" id="{0A9383A9-C849-8069-608F-0777FE1FCBBD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4" name="Help 8">
            <a:extLst>
              <a:ext uri="{FF2B5EF4-FFF2-40B4-BE49-F238E27FC236}">
                <a16:creationId xmlns:a16="http://schemas.microsoft.com/office/drawing/2014/main" id="{50340785-60FB-D532-F497-66A31C688A8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9">
            <a:extLst>
              <a:ext uri="{FF2B5EF4-FFF2-40B4-BE49-F238E27FC236}">
                <a16:creationId xmlns:a16="http://schemas.microsoft.com/office/drawing/2014/main" id="{B749FA3C-9A50-B8A0-7343-F53B85ED73D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6" name="Help 10">
            <a:extLst>
              <a:ext uri="{FF2B5EF4-FFF2-40B4-BE49-F238E27FC236}">
                <a16:creationId xmlns:a16="http://schemas.microsoft.com/office/drawing/2014/main" id="{9ECE589F-A004-BC94-B3D9-7250C3046D86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picture</a:t>
            </a:r>
          </a:p>
        </p:txBody>
      </p:sp>
      <p:sp>
        <p:nvSpPr>
          <p:cNvPr id="18" name="Help 11">
            <a:extLst>
              <a:ext uri="{FF2B5EF4-FFF2-40B4-BE49-F238E27FC236}">
                <a16:creationId xmlns:a16="http://schemas.microsoft.com/office/drawing/2014/main" id="{434B702F-E23A-C8DC-E397-8A37F3D3CE8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PICTURE TAB</a:t>
            </a:r>
          </a:p>
        </p:txBody>
      </p:sp>
      <p:sp>
        <p:nvSpPr>
          <p:cNvPr id="19" name="Help 12">
            <a:extLst>
              <a:ext uri="{FF2B5EF4-FFF2-40B4-BE49-F238E27FC236}">
                <a16:creationId xmlns:a16="http://schemas.microsoft.com/office/drawing/2014/main" id="{735B1679-06D0-88AB-7691-6A739534B24C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5" name="Help 13">
            <a:extLst>
              <a:ext uri="{FF2B5EF4-FFF2-40B4-BE49-F238E27FC236}">
                <a16:creationId xmlns:a16="http://schemas.microsoft.com/office/drawing/2014/main" id="{68347A29-032E-5756-8DB4-E0AE711C5461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26" name="Help 14">
            <a:extLst>
              <a:ext uri="{FF2B5EF4-FFF2-40B4-BE49-F238E27FC236}">
                <a16:creationId xmlns:a16="http://schemas.microsoft.com/office/drawing/2014/main" id="{4EDB4C52-5CEA-7006-6F29-F5BBB83099D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0" name="Help 15">
            <a:extLst>
              <a:ext uri="{FF2B5EF4-FFF2-40B4-BE49-F238E27FC236}">
                <a16:creationId xmlns:a16="http://schemas.microsoft.com/office/drawing/2014/main" id="{1D748A22-9A22-9910-975B-F385C57AAC1E}"/>
              </a:ext>
            </a:extLst>
          </p:cNvPr>
          <p:cNvSpPr>
            <a:spLocks/>
          </p:cNvSpPr>
          <p:nvPr userDrawn="1"/>
        </p:nvSpPr>
        <p:spPr>
          <a:xfrm>
            <a:off x="12281626" y="1838816"/>
            <a:ext cx="662152" cy="1091501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2" name="Help 16">
            <a:extLst>
              <a:ext uri="{FF2B5EF4-FFF2-40B4-BE49-F238E27FC236}">
                <a16:creationId xmlns:a16="http://schemas.microsoft.com/office/drawing/2014/main" id="{28AE35B4-91F0-D562-3E7D-CB7E46AE7868}"/>
              </a:ext>
            </a:extLst>
          </p:cNvPr>
          <p:cNvSpPr txBox="1">
            <a:spLocks/>
          </p:cNvSpPr>
          <p:nvPr userDrawn="1"/>
        </p:nvSpPr>
        <p:spPr>
          <a:xfrm>
            <a:off x="12234624" y="215892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23" name="Help 17">
            <a:extLst>
              <a:ext uri="{FF2B5EF4-FFF2-40B4-BE49-F238E27FC236}">
                <a16:creationId xmlns:a16="http://schemas.microsoft.com/office/drawing/2014/main" id="{5169DAE2-33B7-70FB-556A-A32211C9D14C}"/>
              </a:ext>
            </a:extLst>
          </p:cNvPr>
          <p:cNvSpPr>
            <a:spLocks/>
          </p:cNvSpPr>
          <p:nvPr userDrawn="1"/>
        </p:nvSpPr>
        <p:spPr>
          <a:xfrm>
            <a:off x="12281626" y="170710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24" name="Help 18">
            <a:extLst>
              <a:ext uri="{FF2B5EF4-FFF2-40B4-BE49-F238E27FC236}">
                <a16:creationId xmlns:a16="http://schemas.microsoft.com/office/drawing/2014/main" id="{CA609AFA-9029-F845-C229-C2649244607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1876079"/>
            <a:ext cx="288000" cy="288000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YELLOW</a:t>
            </a:r>
            <a:endParaRPr lang="en-GB" dirty="0"/>
          </a:p>
        </p:txBody>
      </p:sp>
      <p:sp>
        <p:nvSpPr>
          <p:cNvPr id="27" name="Picture Placeholder">
            <a:extLst>
              <a:ext uri="{FF2B5EF4-FFF2-40B4-BE49-F238E27FC236}">
                <a16:creationId xmlns:a16="http://schemas.microsoft.com/office/drawing/2014/main" id="{C5C09DA8-FB5F-1D0F-B573-45250002E1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5483282" y="-3139"/>
            <a:ext cx="6708717" cy="63504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Semi Transparent">
            <a:extLst>
              <a:ext uri="{FF2B5EF4-FFF2-40B4-BE49-F238E27FC236}">
                <a16:creationId xmlns:a16="http://schemas.microsoft.com/office/drawing/2014/main" id="{2246FD44-5D69-4296-D26A-787477C05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484000" y="-3139"/>
            <a:ext cx="612000" cy="6350400"/>
          </a:xfrm>
          <a:solidFill>
            <a:schemeClr val="accent5">
              <a:alpha val="60000"/>
            </a:schemeClr>
          </a:solidFill>
        </p:spPr>
        <p:txBody>
          <a:bodyPr/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79948455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Wave 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9E98BF-B5A9-70BC-72F2-F4C89AB8AEB3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F3D03E"/>
              </a:solidFill>
              <a:latin typeface="Danone One Light" panose="020B0304030202020204" pitchFamily="34" charset="0"/>
            </a:endParaRPr>
          </a:p>
        </p:txBody>
      </p:sp>
      <p:pic>
        <p:nvPicPr>
          <p:cNvPr id="25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E132761-88D5-AA11-9FDF-F7BE593E09F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561" y="0"/>
            <a:ext cx="6022475" cy="6346800"/>
          </a:xfrm>
          <a:prstGeom prst="rect">
            <a:avLst/>
          </a:prstGeom>
          <a:solidFill>
            <a:schemeClr val="accent5"/>
          </a:solidFill>
        </p:spPr>
      </p:pic>
      <p:sp>
        <p:nvSpPr>
          <p:cNvPr id="26" name="Tijdelijke aanduiding voor afbeelding 25">
            <a:extLst>
              <a:ext uri="{FF2B5EF4-FFF2-40B4-BE49-F238E27FC236}">
                <a16:creationId xmlns:a16="http://schemas.microsoft.com/office/drawing/2014/main" id="{4BE7008E-65A3-9747-57A5-5FF350B006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4379270" y="0"/>
            <a:ext cx="7812730" cy="6346800"/>
          </a:xfrm>
          <a:custGeom>
            <a:avLst/>
            <a:gdLst>
              <a:gd name="connsiteX0" fmla="*/ 0 w 7812730"/>
              <a:gd name="connsiteY0" fmla="*/ 0 h 6346800"/>
              <a:gd name="connsiteX1" fmla="*/ 7812730 w 7812730"/>
              <a:gd name="connsiteY1" fmla="*/ 0 h 6346800"/>
              <a:gd name="connsiteX2" fmla="*/ 7812730 w 7812730"/>
              <a:gd name="connsiteY2" fmla="*/ 6346800 h 6346800"/>
              <a:gd name="connsiteX3" fmla="*/ 0 w 7812730"/>
              <a:gd name="connsiteY3" fmla="*/ 6346800 h 6346800"/>
              <a:gd name="connsiteX4" fmla="*/ 90222 w 7812730"/>
              <a:gd name="connsiteY4" fmla="*/ 6231992 h 6346800"/>
              <a:gd name="connsiteX5" fmla="*/ 1105795 w 7812730"/>
              <a:gd name="connsiteY5" fmla="*/ 3173400 h 6346800"/>
              <a:gd name="connsiteX6" fmla="*/ 90222 w 7812730"/>
              <a:gd name="connsiteY6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12730" h="6346800">
                <a:moveTo>
                  <a:pt x="0" y="0"/>
                </a:moveTo>
                <a:lnTo>
                  <a:pt x="7812730" y="0"/>
                </a:lnTo>
                <a:lnTo>
                  <a:pt x="7812730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30" name="Tijdelijke aanduiding voor tekst 29">
            <a:extLst>
              <a:ext uri="{FF2B5EF4-FFF2-40B4-BE49-F238E27FC236}">
                <a16:creationId xmlns:a16="http://schemas.microsoft.com/office/drawing/2014/main" id="{73A431D0-AC1F-6E84-0E44-217706C4A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4376266" y="0"/>
            <a:ext cx="1723726" cy="6346800"/>
          </a:xfrm>
          <a:custGeom>
            <a:avLst/>
            <a:gdLst>
              <a:gd name="connsiteX0" fmla="*/ 0 w 1723726"/>
              <a:gd name="connsiteY0" fmla="*/ 0 h 6346800"/>
              <a:gd name="connsiteX1" fmla="*/ 622625 w 1723726"/>
              <a:gd name="connsiteY1" fmla="*/ 0 h 6346800"/>
              <a:gd name="connsiteX2" fmla="*/ 622625 w 1723726"/>
              <a:gd name="connsiteY2" fmla="*/ 5973 h 6346800"/>
              <a:gd name="connsiteX3" fmla="*/ 708153 w 1723726"/>
              <a:gd name="connsiteY3" fmla="*/ 114809 h 6346800"/>
              <a:gd name="connsiteX4" fmla="*/ 1723726 w 1723726"/>
              <a:gd name="connsiteY4" fmla="*/ 3173400 h 6346800"/>
              <a:gd name="connsiteX5" fmla="*/ 708153 w 1723726"/>
              <a:gd name="connsiteY5" fmla="*/ 6231992 h 6346800"/>
              <a:gd name="connsiteX6" fmla="*/ 622625 w 1723726"/>
              <a:gd name="connsiteY6" fmla="*/ 6340827 h 6346800"/>
              <a:gd name="connsiteX7" fmla="*/ 622625 w 1723726"/>
              <a:gd name="connsiteY7" fmla="*/ 6346800 h 6346800"/>
              <a:gd name="connsiteX8" fmla="*/ 0 w 1723726"/>
              <a:gd name="connsiteY8" fmla="*/ 6346800 h 6346800"/>
              <a:gd name="connsiteX9" fmla="*/ 90222 w 1723726"/>
              <a:gd name="connsiteY9" fmla="*/ 6231992 h 6346800"/>
              <a:gd name="connsiteX10" fmla="*/ 1105795 w 1723726"/>
              <a:gd name="connsiteY10" fmla="*/ 3173400 h 6346800"/>
              <a:gd name="connsiteX11" fmla="*/ 90222 w 1723726"/>
              <a:gd name="connsiteY11" fmla="*/ 114809 h 634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3726" h="6346800">
                <a:moveTo>
                  <a:pt x="0" y="0"/>
                </a:moveTo>
                <a:lnTo>
                  <a:pt x="622625" y="0"/>
                </a:lnTo>
                <a:lnTo>
                  <a:pt x="622625" y="5973"/>
                </a:lnTo>
                <a:lnTo>
                  <a:pt x="708153" y="114809"/>
                </a:lnTo>
                <a:cubicBezTo>
                  <a:pt x="1345998" y="967708"/>
                  <a:pt x="1723726" y="2026443"/>
                  <a:pt x="1723726" y="3173400"/>
                </a:cubicBezTo>
                <a:cubicBezTo>
                  <a:pt x="1723726" y="4320358"/>
                  <a:pt x="1345998" y="5379092"/>
                  <a:pt x="708153" y="6231992"/>
                </a:cubicBezTo>
                <a:lnTo>
                  <a:pt x="622625" y="6340827"/>
                </a:lnTo>
                <a:lnTo>
                  <a:pt x="622625" y="6346800"/>
                </a:lnTo>
                <a:lnTo>
                  <a:pt x="0" y="6346800"/>
                </a:lnTo>
                <a:lnTo>
                  <a:pt x="90222" y="6231992"/>
                </a:lnTo>
                <a:cubicBezTo>
                  <a:pt x="728067" y="5379092"/>
                  <a:pt x="1105795" y="4320358"/>
                  <a:pt x="1105795" y="3173400"/>
                </a:cubicBezTo>
                <a:cubicBezTo>
                  <a:pt x="1105795" y="2026443"/>
                  <a:pt x="728067" y="967708"/>
                  <a:pt x="90222" y="114809"/>
                </a:cubicBezTo>
                <a:close/>
              </a:path>
            </a:pathLst>
          </a:custGeom>
          <a:solidFill>
            <a:schemeClr val="accent5">
              <a:alpha val="60000"/>
            </a:schemeClr>
          </a:solidFill>
        </p:spPr>
        <p:txBody>
          <a:bodyPr wrap="square">
            <a:noAutofit/>
          </a:bodyPr>
          <a:lstStyle>
            <a:lvl1pPr>
              <a:defRPr sz="100">
                <a:latin typeface="Danone One Light" panose="020B0304030202020204" pitchFamily="34" charset="0"/>
              </a:defRPr>
            </a:lvl1pPr>
          </a:lstStyle>
          <a:p>
            <a:pPr lvl="0"/>
            <a:r>
              <a:rPr lang="en-US" dirty="0"/>
              <a:t>.</a:t>
            </a:r>
            <a:endParaRPr lang="nl-NL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Help 5">
            <a:extLst>
              <a:ext uri="{FF2B5EF4-FFF2-40B4-BE49-F238E27FC236}">
                <a16:creationId xmlns:a16="http://schemas.microsoft.com/office/drawing/2014/main" id="{1BCF2C70-08E3-A16D-50F4-4CFA4F4CE3D5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4" name="Help 6">
            <a:extLst>
              <a:ext uri="{FF2B5EF4-FFF2-40B4-BE49-F238E27FC236}">
                <a16:creationId xmlns:a16="http://schemas.microsoft.com/office/drawing/2014/main" id="{901C79BD-C5C9-65DB-1BC3-1E46A2FDE26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008ECB8F-6517-517E-4852-8B96B3F79F1B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6" name="Help 8">
            <a:extLst>
              <a:ext uri="{FF2B5EF4-FFF2-40B4-BE49-F238E27FC236}">
                <a16:creationId xmlns:a16="http://schemas.microsoft.com/office/drawing/2014/main" id="{487535CD-096C-7EF6-E974-4D83BBAC7C1F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7" name="Help 9">
            <a:extLst>
              <a:ext uri="{FF2B5EF4-FFF2-40B4-BE49-F238E27FC236}">
                <a16:creationId xmlns:a16="http://schemas.microsoft.com/office/drawing/2014/main" id="{26D99E1D-0E0A-326B-CBB7-BF65D28C2117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8" name="Help 10">
            <a:extLst>
              <a:ext uri="{FF2B5EF4-FFF2-40B4-BE49-F238E27FC236}">
                <a16:creationId xmlns:a16="http://schemas.microsoft.com/office/drawing/2014/main" id="{8A485E81-ECBC-E46C-ED51-7271B132FE8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7" name="Help 11">
            <a:extLst>
              <a:ext uri="{FF2B5EF4-FFF2-40B4-BE49-F238E27FC236}">
                <a16:creationId xmlns:a16="http://schemas.microsoft.com/office/drawing/2014/main" id="{35E95D5A-B6A4-A827-AF8C-6B93FF4EE85F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8" name="Help 12">
            <a:extLst>
              <a:ext uri="{FF2B5EF4-FFF2-40B4-BE49-F238E27FC236}">
                <a16:creationId xmlns:a16="http://schemas.microsoft.com/office/drawing/2014/main" id="{DADE3837-F6C6-EC77-BF4D-D7AF7DB28A1F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9" name="Help 13">
            <a:extLst>
              <a:ext uri="{FF2B5EF4-FFF2-40B4-BE49-F238E27FC236}">
                <a16:creationId xmlns:a16="http://schemas.microsoft.com/office/drawing/2014/main" id="{2826B311-E4AD-DA9B-EC89-E7AB294AD7EA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BAF6153B-88E0-4141-AF10-03BD087EF8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7375" y="3503829"/>
            <a:ext cx="3639568" cy="1500187"/>
          </a:xfrm>
        </p:spPr>
        <p:txBody>
          <a:bodyPr>
            <a:noAutofit/>
          </a:bodyPr>
          <a:lstStyle>
            <a:lvl1pPr marL="0" indent="0">
              <a:buNone/>
              <a:defRPr lang="en-US" sz="1800" b="0" kern="1200" cap="none" baseline="0" dirty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  <a:cs typeface="Danone One Condensed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Insert presentation subtitle             – can span over multiple lines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B386-55D4-4C75-82D9-19AEA17FB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438476"/>
            <a:ext cx="3639568" cy="2852737"/>
          </a:xfrm>
        </p:spPr>
        <p:txBody>
          <a:bodyPr anchor="b">
            <a:noAutofit/>
          </a:bodyPr>
          <a:lstStyle>
            <a:lvl1pPr marL="0" algn="l" defTabSz="914400" rtl="0" eaLnBrk="1" latinLnBrk="0" hangingPunct="1">
              <a:defRPr lang="en-GB" sz="3600" kern="1200" cap="all" baseline="0" dirty="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Danone One Condensed" panose="020B0604020202020204" charset="0"/>
              </a:defRPr>
            </a:lvl1pPr>
          </a:lstStyle>
          <a:p>
            <a:r>
              <a:rPr lang="en-US" dirty="0"/>
              <a:t>Insert </a:t>
            </a:r>
            <a:r>
              <a:rPr lang="en-US" dirty="0" err="1"/>
              <a:t>CHapter</a:t>
            </a:r>
            <a:r>
              <a:rPr lang="en-US" dirty="0"/>
              <a:t> title - YELLOW</a:t>
            </a:r>
            <a:endParaRPr lang="en-GB" dirty="0"/>
          </a:p>
        </p:txBody>
      </p:sp>
      <p:sp>
        <p:nvSpPr>
          <p:cNvPr id="31" name="Help 1">
            <a:extLst>
              <a:ext uri="{FF2B5EF4-FFF2-40B4-BE49-F238E27FC236}">
                <a16:creationId xmlns:a16="http://schemas.microsoft.com/office/drawing/2014/main" id="{AA25A6B1-A6D3-F5D8-F377-CC08341198B7}"/>
              </a:ext>
            </a:extLst>
          </p:cNvPr>
          <p:cNvSpPr>
            <a:spLocks/>
          </p:cNvSpPr>
          <p:nvPr userDrawn="1"/>
        </p:nvSpPr>
        <p:spPr>
          <a:xfrm>
            <a:off x="12283089" y="404596"/>
            <a:ext cx="662152" cy="1098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2" name="Help 2">
            <a:extLst>
              <a:ext uri="{FF2B5EF4-FFF2-40B4-BE49-F238E27FC236}">
                <a16:creationId xmlns:a16="http://schemas.microsoft.com/office/drawing/2014/main" id="{B99DAD25-C504-9E27-2722-810708F2E8A1}"/>
              </a:ext>
            </a:extLst>
          </p:cNvPr>
          <p:cNvSpPr txBox="1">
            <a:spLocks/>
          </p:cNvSpPr>
          <p:nvPr userDrawn="1"/>
        </p:nvSpPr>
        <p:spPr>
          <a:xfrm>
            <a:off x="12234624" y="70739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3" name="Help 3">
            <a:extLst>
              <a:ext uri="{FF2B5EF4-FFF2-40B4-BE49-F238E27FC236}">
                <a16:creationId xmlns:a16="http://schemas.microsoft.com/office/drawing/2014/main" id="{24B366D8-4F63-BB9C-26E4-A5B7895E36CC}"/>
              </a:ext>
            </a:extLst>
          </p:cNvPr>
          <p:cNvSpPr>
            <a:spLocks/>
          </p:cNvSpPr>
          <p:nvPr userDrawn="1"/>
        </p:nvSpPr>
        <p:spPr>
          <a:xfrm>
            <a:off x="12479829" y="4858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4">
            <a:extLst>
              <a:ext uri="{FF2B5EF4-FFF2-40B4-BE49-F238E27FC236}">
                <a16:creationId xmlns:a16="http://schemas.microsoft.com/office/drawing/2014/main" id="{3A84B469-5652-959B-0E6C-21AF7762A2E4}"/>
              </a:ext>
            </a:extLst>
          </p:cNvPr>
          <p:cNvSpPr>
            <a:spLocks/>
          </p:cNvSpPr>
          <p:nvPr userDrawn="1"/>
        </p:nvSpPr>
        <p:spPr>
          <a:xfrm>
            <a:off x="12281626" y="2594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5" name="Help 14">
            <a:extLst>
              <a:ext uri="{FF2B5EF4-FFF2-40B4-BE49-F238E27FC236}">
                <a16:creationId xmlns:a16="http://schemas.microsoft.com/office/drawing/2014/main" id="{83E5C167-B38F-D9CE-2EDC-51C07B9AA98E}"/>
              </a:ext>
            </a:extLst>
          </p:cNvPr>
          <p:cNvSpPr>
            <a:spLocks/>
          </p:cNvSpPr>
          <p:nvPr userDrawn="1"/>
        </p:nvSpPr>
        <p:spPr>
          <a:xfrm>
            <a:off x="12281626" y="401286"/>
            <a:ext cx="662152" cy="1080000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6" name="Help 15">
            <a:extLst>
              <a:ext uri="{FF2B5EF4-FFF2-40B4-BE49-F238E27FC236}">
                <a16:creationId xmlns:a16="http://schemas.microsoft.com/office/drawing/2014/main" id="{D9A3F4E7-77A3-8298-7570-08C2C200B58A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7522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‘Right Mouse button’ </a:t>
            </a:r>
          </a:p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photo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and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select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Send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back’ or reset slide</a:t>
            </a:r>
          </a:p>
        </p:txBody>
      </p:sp>
      <p:sp>
        <p:nvSpPr>
          <p:cNvPr id="37" name="Help 16">
            <a:extLst>
              <a:ext uri="{FF2B5EF4-FFF2-40B4-BE49-F238E27FC236}">
                <a16:creationId xmlns:a16="http://schemas.microsoft.com/office/drawing/2014/main" id="{8C453B28-DCC5-00BF-70BA-2E90FC46EB36}"/>
              </a:ext>
            </a:extLst>
          </p:cNvPr>
          <p:cNvSpPr>
            <a:spLocks/>
          </p:cNvSpPr>
          <p:nvPr userDrawn="1"/>
        </p:nvSpPr>
        <p:spPr>
          <a:xfrm>
            <a:off x="12281626" y="26957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RIGHT CLICK</a:t>
            </a:r>
          </a:p>
        </p:txBody>
      </p:sp>
      <p:pic>
        <p:nvPicPr>
          <p:cNvPr id="38" name="Help 17">
            <a:extLst>
              <a:ext uri="{FF2B5EF4-FFF2-40B4-BE49-F238E27FC236}">
                <a16:creationId xmlns:a16="http://schemas.microsoft.com/office/drawing/2014/main" id="{0BDBF925-F61C-4332-FAE1-8F7C49744274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498893" y="4385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57369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ull Colour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AFB97A-B436-2EDC-1F0D-223A62438BBD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F3D03E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F3D03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0" name="Help 2">
            <a:extLst>
              <a:ext uri="{FF2B5EF4-FFF2-40B4-BE49-F238E27FC236}">
                <a16:creationId xmlns:a16="http://schemas.microsoft.com/office/drawing/2014/main" id="{E64F4304-DA13-A1C2-728C-730CCF6345F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21" name="Help 3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4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64020764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ull Colour - Big Text / No Ca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FDAEAB9-0E64-BFC1-07E0-C9CEE4464C40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87" y="1474"/>
            <a:ext cx="11566025" cy="6354876"/>
          </a:xfrm>
          <a:prstGeom prst="rect">
            <a:avLst/>
          </a:prstGeom>
          <a:solidFill>
            <a:srgbClr val="F3D03E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35837A-F2ED-0995-90CC-521CCECD1558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F3D03E"/>
              </a:solidFill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0" cap="none" baseline="0">
                <a:solidFill>
                  <a:schemeClr val="bg1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bg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984F273D-4604-E394-1458-133915C202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9A0BE2A1-165E-AD29-E798-497C4B3CC10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937671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Content w/Image 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654A423E-5C39-4639-8D09-13CAE94F2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56135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BC38DB94-8B48-4E87-96D6-F838F2484B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9604C641-DC73-4F7A-84F5-D08557AE85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0625" y="0"/>
            <a:ext cx="4031086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B93161C6-5A33-5F6E-AA39-28FF9F3B68D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3926D19B-471C-06A9-1A65-A982C8A0DE14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D6115BC3-D9AE-EB0B-DE57-605D6836806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BD6C106A-4A82-7943-1D52-1B1BACDC7A6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64D3DBDC-7707-DA5C-94D7-D33C6D190DC0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FD93457E-93DD-BD2B-3CFB-732A1F6BFB0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789E454C-3C84-D0CD-FB8B-FAA7DDE4FD8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5BEC0283-A233-A5A2-E2F9-5C90ABFC9E8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9FCD8E34-AB3F-25DB-6F42-FF73C5FA5FE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52997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ext w/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0" name="Content Placeholder">
            <a:extLst>
              <a:ext uri="{FF2B5EF4-FFF2-40B4-BE49-F238E27FC236}">
                <a16:creationId xmlns:a16="http://schemas.microsoft.com/office/drawing/2014/main" id="{BCBEE6E7-D558-199F-3C6E-0A51AA0C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3"/>
            <a:ext cx="4899025" cy="4656138"/>
          </a:xfrm>
        </p:spPr>
        <p:txBody>
          <a:bodyPr tIns="0" bIns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D249FA45-4634-C5DE-A8AA-03CA621B13E2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18AF2FBA-2501-ECE2-42CC-8C66BAB2712F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12388A9B-2FB8-9534-5FB2-C8B425CE1D84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9C606247-FE5D-BF7D-B9F5-325AB8C4C7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988EF234-091B-F881-FD56-35F9DE2ED11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2C60A638-A3DD-8D4B-F3C8-547C3B3ECFF0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D00C12F2-F9D3-F090-4EA1-8730EE869D9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34A1EC4C-315F-49A0-11E4-76080537AB1B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76C733F7-FCCB-04D7-45CA-407753EC83BD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93547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2"/>
            <a:ext cx="5292000" cy="4606650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>
                <a:latin typeface="Danone One" panose="020B0504030202020204" pitchFamily="34" charset="0"/>
              </a:defRPr>
            </a:lvl3pPr>
            <a:lvl4pPr>
              <a:defRPr>
                <a:latin typeface="Danone One Light" panose="020B0304030202020204" pitchFamily="34" charset="0"/>
              </a:defRPr>
            </a:lvl4pPr>
            <a:lvl5pPr>
              <a:defRPr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565D3388-8AD3-4E3E-AAAC-1F2F10754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2512" y="413912"/>
            <a:ext cx="5294461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Tijdelijke aanduiding voor afbeelding 1">
            <a:extLst>
              <a:ext uri="{FF2B5EF4-FFF2-40B4-BE49-F238E27FC236}">
                <a16:creationId xmlns:a16="http://schemas.microsoft.com/office/drawing/2014/main" id="{988E4E46-8BB5-5257-7D07-DBD93383F0F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0" y="0"/>
            <a:ext cx="5577622" cy="5142583"/>
          </a:xfrm>
          <a:custGeom>
            <a:avLst/>
            <a:gdLst>
              <a:gd name="connsiteX0" fmla="*/ 0 w 5577622"/>
              <a:gd name="connsiteY0" fmla="*/ 0 h 5142583"/>
              <a:gd name="connsiteX1" fmla="*/ 4866623 w 5577622"/>
              <a:gd name="connsiteY1" fmla="*/ 0 h 5142583"/>
              <a:gd name="connsiteX2" fmla="*/ 5039652 w 5577622"/>
              <a:gd name="connsiteY2" fmla="*/ 231388 h 5142583"/>
              <a:gd name="connsiteX3" fmla="*/ 5577622 w 5577622"/>
              <a:gd name="connsiteY3" fmla="*/ 1992583 h 5142583"/>
              <a:gd name="connsiteX4" fmla="*/ 2427622 w 5577622"/>
              <a:gd name="connsiteY4" fmla="*/ 5142583 h 5142583"/>
              <a:gd name="connsiteX5" fmla="*/ 200236 w 5577622"/>
              <a:gd name="connsiteY5" fmla="*/ 4219970 h 5142583"/>
              <a:gd name="connsiteX6" fmla="*/ 0 w 5577622"/>
              <a:gd name="connsiteY6" fmla="*/ 3999655 h 5142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7622" h="5142583">
                <a:moveTo>
                  <a:pt x="0" y="0"/>
                </a:moveTo>
                <a:lnTo>
                  <a:pt x="4866623" y="0"/>
                </a:lnTo>
                <a:lnTo>
                  <a:pt x="5039652" y="231388"/>
                </a:lnTo>
                <a:cubicBezTo>
                  <a:pt x="5379298" y="734131"/>
                  <a:pt x="5577622" y="1340197"/>
                  <a:pt x="5577622" y="1992583"/>
                </a:cubicBezTo>
                <a:cubicBezTo>
                  <a:pt x="5577622" y="3732280"/>
                  <a:pt x="4167319" y="5142583"/>
                  <a:pt x="2427622" y="5142583"/>
                </a:cubicBezTo>
                <a:cubicBezTo>
                  <a:pt x="1557774" y="5142583"/>
                  <a:pt x="770274" y="4790008"/>
                  <a:pt x="200236" y="4219970"/>
                </a:cubicBezTo>
                <a:lnTo>
                  <a:pt x="0" y="3999655"/>
                </a:lnTo>
                <a:close/>
              </a:path>
            </a:pathLst>
          </a:cu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6519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Content w/Image L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A4E9E6A-1670-3567-C720-1EBC5205C1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0"/>
            <a:ext cx="11571707" cy="2618510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CE56AEBC-9A60-492F-AF9C-D229DC450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217653"/>
            <a:ext cx="10837863" cy="826809"/>
          </a:xfrm>
        </p:spPr>
        <p:txBody>
          <a:bodyPr tIns="0">
            <a:noAutofit/>
          </a:bodyPr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AF3F946-98DC-4D67-8162-C5E911BA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7965E68-CBA5-49A5-A9EC-6A92A3D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67" name="Help 1">
            <a:extLst>
              <a:ext uri="{FF2B5EF4-FFF2-40B4-BE49-F238E27FC236}">
                <a16:creationId xmlns:a16="http://schemas.microsoft.com/office/drawing/2014/main" id="{E766B5F2-631B-AF42-40C7-5F446E675B5C}"/>
              </a:ext>
            </a:extLst>
          </p:cNvPr>
          <p:cNvSpPr>
            <a:spLocks/>
          </p:cNvSpPr>
          <p:nvPr userDrawn="1"/>
        </p:nvSpPr>
        <p:spPr>
          <a:xfrm>
            <a:off x="-758743" y="1700213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68" name="Help 2">
            <a:extLst>
              <a:ext uri="{FF2B5EF4-FFF2-40B4-BE49-F238E27FC236}">
                <a16:creationId xmlns:a16="http://schemas.microsoft.com/office/drawing/2014/main" id="{82E2C0DA-642A-1D5D-C59B-DEE32CAF208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28269" y="1772264"/>
            <a:ext cx="201205" cy="201205"/>
          </a:xfrm>
          <a:prstGeom prst="rect">
            <a:avLst/>
          </a:prstGeom>
          <a:effectLst/>
        </p:spPr>
      </p:pic>
      <p:sp>
        <p:nvSpPr>
          <p:cNvPr id="69" name="Help 3">
            <a:extLst>
              <a:ext uri="{FF2B5EF4-FFF2-40B4-BE49-F238E27FC236}">
                <a16:creationId xmlns:a16="http://schemas.microsoft.com/office/drawing/2014/main" id="{B090D12B-6DE8-6257-5617-49F44E66B18C}"/>
              </a:ext>
            </a:extLst>
          </p:cNvPr>
          <p:cNvSpPr txBox="1">
            <a:spLocks/>
          </p:cNvSpPr>
          <p:nvPr userDrawn="1"/>
        </p:nvSpPr>
        <p:spPr>
          <a:xfrm>
            <a:off x="-785538" y="2006884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pic>
        <p:nvPicPr>
          <p:cNvPr id="14" name="Help 4">
            <a:extLst>
              <a:ext uri="{FF2B5EF4-FFF2-40B4-BE49-F238E27FC236}">
                <a16:creationId xmlns:a16="http://schemas.microsoft.com/office/drawing/2014/main" id="{9470F937-127B-E8BD-9D6D-98DA41D3B9D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5" name="Help 5">
            <a:extLst>
              <a:ext uri="{FF2B5EF4-FFF2-40B4-BE49-F238E27FC236}">
                <a16:creationId xmlns:a16="http://schemas.microsoft.com/office/drawing/2014/main" id="{7988097E-D4DC-1028-7383-7DDA3670502A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6" name="Help 6">
            <a:extLst>
              <a:ext uri="{FF2B5EF4-FFF2-40B4-BE49-F238E27FC236}">
                <a16:creationId xmlns:a16="http://schemas.microsoft.com/office/drawing/2014/main" id="{0FA43962-50F4-74F7-1616-D2E8C1BC167F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7" name="Help 7">
            <a:extLst>
              <a:ext uri="{FF2B5EF4-FFF2-40B4-BE49-F238E27FC236}">
                <a16:creationId xmlns:a16="http://schemas.microsoft.com/office/drawing/2014/main" id="{A091FCCB-545D-3F76-6234-A7B4DF7E3D2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8" name="Help 8">
            <a:extLst>
              <a:ext uri="{FF2B5EF4-FFF2-40B4-BE49-F238E27FC236}">
                <a16:creationId xmlns:a16="http://schemas.microsoft.com/office/drawing/2014/main" id="{C9523161-9268-9449-ED01-AC2FF8DD55D9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9" name="Help 9">
            <a:extLst>
              <a:ext uri="{FF2B5EF4-FFF2-40B4-BE49-F238E27FC236}">
                <a16:creationId xmlns:a16="http://schemas.microsoft.com/office/drawing/2014/main" id="{1E943BB7-386F-F4E5-9B0A-7B0BA22049FE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10">
            <a:extLst>
              <a:ext uri="{FF2B5EF4-FFF2-40B4-BE49-F238E27FC236}">
                <a16:creationId xmlns:a16="http://schemas.microsoft.com/office/drawing/2014/main" id="{3B95F14D-0674-CD35-543C-BEC0E23ACD9B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11">
            <a:extLst>
              <a:ext uri="{FF2B5EF4-FFF2-40B4-BE49-F238E27FC236}">
                <a16:creationId xmlns:a16="http://schemas.microsoft.com/office/drawing/2014/main" id="{C7F8BA5E-5DF2-FDB1-D5E0-48246D6FA807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2" name="Help 12">
            <a:extLst>
              <a:ext uri="{FF2B5EF4-FFF2-40B4-BE49-F238E27FC236}">
                <a16:creationId xmlns:a16="http://schemas.microsoft.com/office/drawing/2014/main" id="{E326897A-12B7-6BFA-2BA9-7F02997D6D06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  <p:sp>
        <p:nvSpPr>
          <p:cNvPr id="8" name="Title Placeholder">
            <a:extLst>
              <a:ext uri="{FF2B5EF4-FFF2-40B4-BE49-F238E27FC236}">
                <a16:creationId xmlns:a16="http://schemas.microsoft.com/office/drawing/2014/main" id="{414C3EB3-66E1-6ABC-34A5-2FB5219EA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38000"/>
                    </a:prstClr>
                  </a:outerShdw>
                </a:effectLst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14415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ull White - Big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88100" y="1887696"/>
            <a:ext cx="7270894" cy="4468654"/>
          </a:xfrm>
        </p:spPr>
        <p:txBody>
          <a:bodyPr tIns="14400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3D03E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2743D59C-6736-F0FA-1BF5-608275359A4B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8F21E910-ACD8-62A5-33CF-B3420581E8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1894" y="1707696"/>
            <a:ext cx="7277100" cy="180000"/>
          </a:xfrm>
          <a:solidFill>
            <a:schemeClr val="accent1"/>
          </a:solidFill>
        </p:spPr>
        <p:txBody>
          <a:bodyPr/>
          <a:lstStyle>
            <a:lvl1pPr>
              <a:defRPr sz="100" b="0"/>
            </a:lvl1pPr>
          </a:lstStyle>
          <a:p>
            <a:pPr lvl="0"/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8451827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ull White - Big Text / No Ca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 tIns="0" bIns="0" anchor="ctr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defRPr sz="6000" b="0" cap="none" baseline="0">
                <a:solidFill>
                  <a:srgbClr val="F3D03E"/>
                </a:solidFill>
                <a:latin typeface="Danone One" panose="020B0504030202020204" pitchFamily="34" charset="0"/>
                <a:ea typeface="Danone One" panose="020B0604020202020204" charset="0"/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7698E077-2E18-1DA7-C404-AD77A9724DB5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975549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ull White - Big Text / Two 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410667-DE0C-406F-ABAB-1605DFB73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735634D-C28F-4BF0-BE53-7F846FCB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Help 1">
            <a:extLst>
              <a:ext uri="{FF2B5EF4-FFF2-40B4-BE49-F238E27FC236}">
                <a16:creationId xmlns:a16="http://schemas.microsoft.com/office/drawing/2014/main" id="{275FF056-3841-EC1D-C9D3-DFDE4519046F}"/>
              </a:ext>
            </a:extLst>
          </p:cNvPr>
          <p:cNvSpPr>
            <a:spLocks/>
          </p:cNvSpPr>
          <p:nvPr userDrawn="1"/>
        </p:nvSpPr>
        <p:spPr>
          <a:xfrm>
            <a:off x="12283089" y="408496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1" name="Help 2">
            <a:extLst>
              <a:ext uri="{FF2B5EF4-FFF2-40B4-BE49-F238E27FC236}">
                <a16:creationId xmlns:a16="http://schemas.microsoft.com/office/drawing/2014/main" id="{412C4F4E-5C48-E299-5A44-BC4CF21FE5B3}"/>
              </a:ext>
            </a:extLst>
          </p:cNvPr>
          <p:cNvSpPr>
            <a:spLocks/>
          </p:cNvSpPr>
          <p:nvPr userDrawn="1"/>
        </p:nvSpPr>
        <p:spPr>
          <a:xfrm>
            <a:off x="12479829" y="489727"/>
            <a:ext cx="268670" cy="218313"/>
          </a:xfrm>
          <a:custGeom>
            <a:avLst/>
            <a:gdLst>
              <a:gd name="connsiteX0" fmla="*/ -24 w 1245403"/>
              <a:gd name="connsiteY0" fmla="*/ -24 h 1011972"/>
              <a:gd name="connsiteX1" fmla="*/ -24 w 1245403"/>
              <a:gd name="connsiteY1" fmla="*/ 934156 h 1011972"/>
              <a:gd name="connsiteX2" fmla="*/ 25823 w 1245403"/>
              <a:gd name="connsiteY2" fmla="*/ 934156 h 1011972"/>
              <a:gd name="connsiteX3" fmla="*/ 804264 w 1245403"/>
              <a:gd name="connsiteY3" fmla="*/ 934156 h 1011972"/>
              <a:gd name="connsiteX4" fmla="*/ 804264 w 1245403"/>
              <a:gd name="connsiteY4" fmla="*/ 1011949 h 1011972"/>
              <a:gd name="connsiteX5" fmla="*/ 1063794 w 1245403"/>
              <a:gd name="connsiteY5" fmla="*/ 1011949 h 1011972"/>
              <a:gd name="connsiteX6" fmla="*/ 1063794 w 1245403"/>
              <a:gd name="connsiteY6" fmla="*/ 934156 h 1011972"/>
              <a:gd name="connsiteX7" fmla="*/ 1193484 w 1245403"/>
              <a:gd name="connsiteY7" fmla="*/ 934156 h 1011972"/>
              <a:gd name="connsiteX8" fmla="*/ 1193484 w 1245403"/>
              <a:gd name="connsiteY8" fmla="*/ 830364 h 1011972"/>
              <a:gd name="connsiteX9" fmla="*/ 1245380 w 1245403"/>
              <a:gd name="connsiteY9" fmla="*/ 830364 h 1011972"/>
              <a:gd name="connsiteX10" fmla="*/ 1245380 w 1245403"/>
              <a:gd name="connsiteY10" fmla="*/ 570782 h 1011972"/>
              <a:gd name="connsiteX11" fmla="*/ 1193484 w 1245403"/>
              <a:gd name="connsiteY11" fmla="*/ 570782 h 1011972"/>
              <a:gd name="connsiteX12" fmla="*/ 1193484 w 1245403"/>
              <a:gd name="connsiteY12" fmla="*/ -24 h 1011972"/>
              <a:gd name="connsiteX13" fmla="*/ -24 w 1245403"/>
              <a:gd name="connsiteY13" fmla="*/ -24 h 1011972"/>
              <a:gd name="connsiteX14" fmla="*/ 51872 w 1245403"/>
              <a:gd name="connsiteY14" fmla="*/ 51872 h 1011972"/>
              <a:gd name="connsiteX15" fmla="*/ 1141588 w 1245403"/>
              <a:gd name="connsiteY15" fmla="*/ 51872 h 1011972"/>
              <a:gd name="connsiteX16" fmla="*/ 1141588 w 1245403"/>
              <a:gd name="connsiteY16" fmla="*/ 570782 h 1011972"/>
              <a:gd name="connsiteX17" fmla="*/ 1115690 w 1245403"/>
              <a:gd name="connsiteY17" fmla="*/ 570782 h 1011972"/>
              <a:gd name="connsiteX18" fmla="*/ 1063794 w 1245403"/>
              <a:gd name="connsiteY18" fmla="*/ 570782 h 1011972"/>
              <a:gd name="connsiteX19" fmla="*/ 1063794 w 1245403"/>
              <a:gd name="connsiteY19" fmla="*/ 518886 h 1011972"/>
              <a:gd name="connsiteX20" fmla="*/ 1063794 w 1245403"/>
              <a:gd name="connsiteY20" fmla="*/ 389197 h 1011972"/>
              <a:gd name="connsiteX21" fmla="*/ 804264 w 1245403"/>
              <a:gd name="connsiteY21" fmla="*/ 389197 h 1011972"/>
              <a:gd name="connsiteX22" fmla="*/ 804264 w 1245403"/>
              <a:gd name="connsiteY22" fmla="*/ 415297 h 1011972"/>
              <a:gd name="connsiteX23" fmla="*/ 804264 w 1245403"/>
              <a:gd name="connsiteY23" fmla="*/ 518886 h 1011972"/>
              <a:gd name="connsiteX24" fmla="*/ 804264 w 1245403"/>
              <a:gd name="connsiteY24" fmla="*/ 570782 h 1011972"/>
              <a:gd name="connsiteX25" fmla="*/ 752368 w 1245403"/>
              <a:gd name="connsiteY25" fmla="*/ 570782 h 1011972"/>
              <a:gd name="connsiteX26" fmla="*/ 622678 w 1245403"/>
              <a:gd name="connsiteY26" fmla="*/ 570782 h 1011972"/>
              <a:gd name="connsiteX27" fmla="*/ 622678 w 1245403"/>
              <a:gd name="connsiteY27" fmla="*/ 830364 h 1011972"/>
              <a:gd name="connsiteX28" fmla="*/ 752368 w 1245403"/>
              <a:gd name="connsiteY28" fmla="*/ 830364 h 1011972"/>
              <a:gd name="connsiteX29" fmla="*/ 804264 w 1245403"/>
              <a:gd name="connsiteY29" fmla="*/ 830364 h 1011972"/>
              <a:gd name="connsiteX30" fmla="*/ 804264 w 1245403"/>
              <a:gd name="connsiteY30" fmla="*/ 882260 h 1011972"/>
              <a:gd name="connsiteX31" fmla="*/ 51872 w 1245403"/>
              <a:gd name="connsiteY31" fmla="*/ 882260 h 1011972"/>
              <a:gd name="connsiteX32" fmla="*/ 51872 w 1245403"/>
              <a:gd name="connsiteY32" fmla="*/ 51872 h 1011972"/>
              <a:gd name="connsiteX33" fmla="*/ 103769 w 1245403"/>
              <a:gd name="connsiteY33" fmla="*/ 103819 h 1011972"/>
              <a:gd name="connsiteX34" fmla="*/ 103769 w 1245403"/>
              <a:gd name="connsiteY34" fmla="*/ 129869 h 1011972"/>
              <a:gd name="connsiteX35" fmla="*/ 103769 w 1245403"/>
              <a:gd name="connsiteY35" fmla="*/ 311454 h 1011972"/>
              <a:gd name="connsiteX36" fmla="*/ 1089641 w 1245403"/>
              <a:gd name="connsiteY36" fmla="*/ 311454 h 1011972"/>
              <a:gd name="connsiteX37" fmla="*/ 1089641 w 1245403"/>
              <a:gd name="connsiteY37" fmla="*/ 103819 h 1011972"/>
              <a:gd name="connsiteX38" fmla="*/ 103769 w 1245403"/>
              <a:gd name="connsiteY38" fmla="*/ 103819 h 1011972"/>
              <a:gd name="connsiteX39" fmla="*/ 155665 w 1245403"/>
              <a:gd name="connsiteY39" fmla="*/ 155715 h 1011972"/>
              <a:gd name="connsiteX40" fmla="*/ 1037745 w 1245403"/>
              <a:gd name="connsiteY40" fmla="*/ 155715 h 1011972"/>
              <a:gd name="connsiteX41" fmla="*/ 1037745 w 1245403"/>
              <a:gd name="connsiteY41" fmla="*/ 259558 h 1011972"/>
              <a:gd name="connsiteX42" fmla="*/ 155665 w 1245403"/>
              <a:gd name="connsiteY42" fmla="*/ 259558 h 1011972"/>
              <a:gd name="connsiteX43" fmla="*/ 155665 w 1245403"/>
              <a:gd name="connsiteY43" fmla="*/ 155715 h 1011972"/>
              <a:gd name="connsiteX44" fmla="*/ 103769 w 1245403"/>
              <a:gd name="connsiteY44" fmla="*/ 363350 h 1011972"/>
              <a:gd name="connsiteX45" fmla="*/ 103769 w 1245403"/>
              <a:gd name="connsiteY45" fmla="*/ 830364 h 1011972"/>
              <a:gd name="connsiteX46" fmla="*/ 129615 w 1245403"/>
              <a:gd name="connsiteY46" fmla="*/ 830364 h 1011972"/>
              <a:gd name="connsiteX47" fmla="*/ 570782 w 1245403"/>
              <a:gd name="connsiteY47" fmla="*/ 830364 h 1011972"/>
              <a:gd name="connsiteX48" fmla="*/ 570782 w 1245403"/>
              <a:gd name="connsiteY48" fmla="*/ 363350 h 1011972"/>
              <a:gd name="connsiteX49" fmla="*/ 103769 w 1245403"/>
              <a:gd name="connsiteY49" fmla="*/ 363350 h 1011972"/>
              <a:gd name="connsiteX50" fmla="*/ 155665 w 1245403"/>
              <a:gd name="connsiteY50" fmla="*/ 415297 h 1011972"/>
              <a:gd name="connsiteX51" fmla="*/ 518835 w 1245403"/>
              <a:gd name="connsiteY51" fmla="*/ 415297 h 1011972"/>
              <a:gd name="connsiteX52" fmla="*/ 518835 w 1245403"/>
              <a:gd name="connsiteY52" fmla="*/ 778417 h 1011972"/>
              <a:gd name="connsiteX53" fmla="*/ 155665 w 1245403"/>
              <a:gd name="connsiteY53" fmla="*/ 778417 h 1011972"/>
              <a:gd name="connsiteX54" fmla="*/ 155665 w 1245403"/>
              <a:gd name="connsiteY54" fmla="*/ 415297 h 1011972"/>
              <a:gd name="connsiteX55" fmla="*/ 856160 w 1245403"/>
              <a:gd name="connsiteY55" fmla="*/ 441143 h 1011972"/>
              <a:gd name="connsiteX56" fmla="*/ 1011898 w 1245403"/>
              <a:gd name="connsiteY56" fmla="*/ 441143 h 1011972"/>
              <a:gd name="connsiteX57" fmla="*/ 1011898 w 1245403"/>
              <a:gd name="connsiteY57" fmla="*/ 518886 h 1011972"/>
              <a:gd name="connsiteX58" fmla="*/ 1011898 w 1245403"/>
              <a:gd name="connsiteY58" fmla="*/ 622729 h 1011972"/>
              <a:gd name="connsiteX59" fmla="*/ 1115690 w 1245403"/>
              <a:gd name="connsiteY59" fmla="*/ 622729 h 1011972"/>
              <a:gd name="connsiteX60" fmla="*/ 1193484 w 1245403"/>
              <a:gd name="connsiteY60" fmla="*/ 622729 h 1011972"/>
              <a:gd name="connsiteX61" fmla="*/ 1193484 w 1245403"/>
              <a:gd name="connsiteY61" fmla="*/ 778417 h 1011972"/>
              <a:gd name="connsiteX62" fmla="*/ 1115690 w 1245403"/>
              <a:gd name="connsiteY62" fmla="*/ 778417 h 1011972"/>
              <a:gd name="connsiteX63" fmla="*/ 1011898 w 1245403"/>
              <a:gd name="connsiteY63" fmla="*/ 778417 h 1011972"/>
              <a:gd name="connsiteX64" fmla="*/ 1011898 w 1245403"/>
              <a:gd name="connsiteY64" fmla="*/ 882260 h 1011972"/>
              <a:gd name="connsiteX65" fmla="*/ 1011898 w 1245403"/>
              <a:gd name="connsiteY65" fmla="*/ 960002 h 1011972"/>
              <a:gd name="connsiteX66" fmla="*/ 856160 w 1245403"/>
              <a:gd name="connsiteY66" fmla="*/ 960002 h 1011972"/>
              <a:gd name="connsiteX67" fmla="*/ 856160 w 1245403"/>
              <a:gd name="connsiteY67" fmla="*/ 882260 h 1011972"/>
              <a:gd name="connsiteX68" fmla="*/ 856160 w 1245403"/>
              <a:gd name="connsiteY68" fmla="*/ 778417 h 1011972"/>
              <a:gd name="connsiteX69" fmla="*/ 752368 w 1245403"/>
              <a:gd name="connsiteY69" fmla="*/ 778417 h 1011972"/>
              <a:gd name="connsiteX70" fmla="*/ 674574 w 1245403"/>
              <a:gd name="connsiteY70" fmla="*/ 778417 h 1011972"/>
              <a:gd name="connsiteX71" fmla="*/ 674574 w 1245403"/>
              <a:gd name="connsiteY71" fmla="*/ 622729 h 1011972"/>
              <a:gd name="connsiteX72" fmla="*/ 752368 w 1245403"/>
              <a:gd name="connsiteY72" fmla="*/ 622729 h 1011972"/>
              <a:gd name="connsiteX73" fmla="*/ 856160 w 1245403"/>
              <a:gd name="connsiteY73" fmla="*/ 622729 h 1011972"/>
              <a:gd name="connsiteX74" fmla="*/ 856160 w 1245403"/>
              <a:gd name="connsiteY74" fmla="*/ 518886 h 1011972"/>
              <a:gd name="connsiteX75" fmla="*/ 856160 w 1245403"/>
              <a:gd name="connsiteY75" fmla="*/ 441143 h 1011972"/>
              <a:gd name="connsiteX76" fmla="*/ 1063794 w 1245403"/>
              <a:gd name="connsiteY76" fmla="*/ 830364 h 1011972"/>
              <a:gd name="connsiteX77" fmla="*/ 1115690 w 1245403"/>
              <a:gd name="connsiteY77" fmla="*/ 830364 h 1011972"/>
              <a:gd name="connsiteX78" fmla="*/ 1141588 w 1245403"/>
              <a:gd name="connsiteY78" fmla="*/ 830364 h 1011972"/>
              <a:gd name="connsiteX79" fmla="*/ 1141588 w 1245403"/>
              <a:gd name="connsiteY79" fmla="*/ 882260 h 1011972"/>
              <a:gd name="connsiteX80" fmla="*/ 1063794 w 1245403"/>
              <a:gd name="connsiteY80" fmla="*/ 882260 h 1011972"/>
              <a:gd name="connsiteX81" fmla="*/ 1063794 w 1245403"/>
              <a:gd name="connsiteY81" fmla="*/ 830364 h 101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245403" h="1011972">
                <a:moveTo>
                  <a:pt x="-24" y="-24"/>
                </a:moveTo>
                <a:lnTo>
                  <a:pt x="-24" y="934156"/>
                </a:lnTo>
                <a:lnTo>
                  <a:pt x="25823" y="934156"/>
                </a:lnTo>
                <a:lnTo>
                  <a:pt x="804264" y="934156"/>
                </a:lnTo>
                <a:lnTo>
                  <a:pt x="804264" y="1011949"/>
                </a:lnTo>
                <a:lnTo>
                  <a:pt x="1063794" y="1011949"/>
                </a:lnTo>
                <a:lnTo>
                  <a:pt x="1063794" y="934156"/>
                </a:lnTo>
                <a:lnTo>
                  <a:pt x="1193484" y="934156"/>
                </a:lnTo>
                <a:lnTo>
                  <a:pt x="1193484" y="830364"/>
                </a:lnTo>
                <a:lnTo>
                  <a:pt x="1245380" y="830364"/>
                </a:lnTo>
                <a:lnTo>
                  <a:pt x="1245380" y="570782"/>
                </a:lnTo>
                <a:lnTo>
                  <a:pt x="1193484" y="570782"/>
                </a:lnTo>
                <a:lnTo>
                  <a:pt x="1193484" y="-24"/>
                </a:lnTo>
                <a:lnTo>
                  <a:pt x="-24" y="-24"/>
                </a:lnTo>
                <a:close/>
                <a:moveTo>
                  <a:pt x="51872" y="51872"/>
                </a:moveTo>
                <a:lnTo>
                  <a:pt x="1141588" y="51872"/>
                </a:lnTo>
                <a:lnTo>
                  <a:pt x="1141588" y="570782"/>
                </a:lnTo>
                <a:lnTo>
                  <a:pt x="1115690" y="570782"/>
                </a:lnTo>
                <a:lnTo>
                  <a:pt x="1063794" y="570782"/>
                </a:lnTo>
                <a:lnTo>
                  <a:pt x="1063794" y="518886"/>
                </a:lnTo>
                <a:lnTo>
                  <a:pt x="1063794" y="389197"/>
                </a:lnTo>
                <a:lnTo>
                  <a:pt x="804264" y="389197"/>
                </a:lnTo>
                <a:lnTo>
                  <a:pt x="804264" y="415297"/>
                </a:lnTo>
                <a:lnTo>
                  <a:pt x="804264" y="518886"/>
                </a:lnTo>
                <a:lnTo>
                  <a:pt x="804264" y="570782"/>
                </a:lnTo>
                <a:lnTo>
                  <a:pt x="752368" y="570782"/>
                </a:lnTo>
                <a:lnTo>
                  <a:pt x="622678" y="570782"/>
                </a:lnTo>
                <a:lnTo>
                  <a:pt x="622678" y="830364"/>
                </a:lnTo>
                <a:lnTo>
                  <a:pt x="752368" y="830364"/>
                </a:lnTo>
                <a:lnTo>
                  <a:pt x="804264" y="830364"/>
                </a:lnTo>
                <a:lnTo>
                  <a:pt x="804264" y="882260"/>
                </a:lnTo>
                <a:lnTo>
                  <a:pt x="51872" y="882260"/>
                </a:lnTo>
                <a:lnTo>
                  <a:pt x="51872" y="51872"/>
                </a:lnTo>
                <a:close/>
                <a:moveTo>
                  <a:pt x="103769" y="103819"/>
                </a:moveTo>
                <a:lnTo>
                  <a:pt x="103769" y="129869"/>
                </a:lnTo>
                <a:lnTo>
                  <a:pt x="103769" y="311454"/>
                </a:lnTo>
                <a:lnTo>
                  <a:pt x="1089641" y="311454"/>
                </a:lnTo>
                <a:lnTo>
                  <a:pt x="1089641" y="103819"/>
                </a:lnTo>
                <a:lnTo>
                  <a:pt x="103769" y="103819"/>
                </a:lnTo>
                <a:close/>
                <a:moveTo>
                  <a:pt x="155665" y="155715"/>
                </a:moveTo>
                <a:lnTo>
                  <a:pt x="1037745" y="155715"/>
                </a:lnTo>
                <a:lnTo>
                  <a:pt x="1037745" y="259558"/>
                </a:lnTo>
                <a:lnTo>
                  <a:pt x="155665" y="259558"/>
                </a:lnTo>
                <a:lnTo>
                  <a:pt x="155665" y="155715"/>
                </a:lnTo>
                <a:close/>
                <a:moveTo>
                  <a:pt x="103769" y="363350"/>
                </a:moveTo>
                <a:lnTo>
                  <a:pt x="103769" y="830364"/>
                </a:lnTo>
                <a:lnTo>
                  <a:pt x="129615" y="830364"/>
                </a:lnTo>
                <a:lnTo>
                  <a:pt x="570782" y="830364"/>
                </a:lnTo>
                <a:lnTo>
                  <a:pt x="570782" y="363350"/>
                </a:lnTo>
                <a:lnTo>
                  <a:pt x="103769" y="363350"/>
                </a:lnTo>
                <a:close/>
                <a:moveTo>
                  <a:pt x="155665" y="415297"/>
                </a:moveTo>
                <a:lnTo>
                  <a:pt x="518835" y="415297"/>
                </a:lnTo>
                <a:lnTo>
                  <a:pt x="518835" y="778417"/>
                </a:lnTo>
                <a:lnTo>
                  <a:pt x="155665" y="778417"/>
                </a:lnTo>
                <a:lnTo>
                  <a:pt x="155665" y="415297"/>
                </a:lnTo>
                <a:close/>
                <a:moveTo>
                  <a:pt x="856160" y="441143"/>
                </a:moveTo>
                <a:lnTo>
                  <a:pt x="1011898" y="441143"/>
                </a:lnTo>
                <a:lnTo>
                  <a:pt x="1011898" y="518886"/>
                </a:lnTo>
                <a:lnTo>
                  <a:pt x="1011898" y="622729"/>
                </a:lnTo>
                <a:lnTo>
                  <a:pt x="1115690" y="622729"/>
                </a:lnTo>
                <a:lnTo>
                  <a:pt x="1193484" y="622729"/>
                </a:lnTo>
                <a:lnTo>
                  <a:pt x="1193484" y="778417"/>
                </a:lnTo>
                <a:lnTo>
                  <a:pt x="1115690" y="778417"/>
                </a:lnTo>
                <a:lnTo>
                  <a:pt x="1011898" y="778417"/>
                </a:lnTo>
                <a:lnTo>
                  <a:pt x="1011898" y="882260"/>
                </a:lnTo>
                <a:lnTo>
                  <a:pt x="1011898" y="960002"/>
                </a:lnTo>
                <a:lnTo>
                  <a:pt x="856160" y="960002"/>
                </a:lnTo>
                <a:lnTo>
                  <a:pt x="856160" y="882260"/>
                </a:lnTo>
                <a:lnTo>
                  <a:pt x="856160" y="778417"/>
                </a:lnTo>
                <a:lnTo>
                  <a:pt x="752368" y="778417"/>
                </a:lnTo>
                <a:lnTo>
                  <a:pt x="674574" y="778417"/>
                </a:lnTo>
                <a:lnTo>
                  <a:pt x="674574" y="622729"/>
                </a:lnTo>
                <a:lnTo>
                  <a:pt x="752368" y="622729"/>
                </a:lnTo>
                <a:lnTo>
                  <a:pt x="856160" y="622729"/>
                </a:lnTo>
                <a:lnTo>
                  <a:pt x="856160" y="518886"/>
                </a:lnTo>
                <a:lnTo>
                  <a:pt x="856160" y="441143"/>
                </a:lnTo>
                <a:close/>
                <a:moveTo>
                  <a:pt x="1063794" y="830364"/>
                </a:moveTo>
                <a:lnTo>
                  <a:pt x="1115690" y="830364"/>
                </a:lnTo>
                <a:lnTo>
                  <a:pt x="1141588" y="830364"/>
                </a:lnTo>
                <a:lnTo>
                  <a:pt x="1141588" y="882260"/>
                </a:lnTo>
                <a:lnTo>
                  <a:pt x="1063794" y="882260"/>
                </a:lnTo>
                <a:lnTo>
                  <a:pt x="1063794" y="83036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51886" cap="sq">
            <a:noFill/>
            <a:prstDash val="solid"/>
            <a:miter/>
          </a:ln>
        </p:spPr>
        <p:txBody>
          <a:bodyPr rtlCol="0" anchor="ctr"/>
          <a:lstStyle/>
          <a:p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2" name="Help 3">
            <a:extLst>
              <a:ext uri="{FF2B5EF4-FFF2-40B4-BE49-F238E27FC236}">
                <a16:creationId xmlns:a16="http://schemas.microsoft.com/office/drawing/2014/main" id="{7779C001-EDC7-61B9-3AC3-95FFEDE63D37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4" name="Content Placeholder Left">
            <a:extLst>
              <a:ext uri="{FF2B5EF4-FFF2-40B4-BE49-F238E27FC236}">
                <a16:creationId xmlns:a16="http://schemas.microsoft.com/office/drawing/2014/main" id="{E148AB05-D98A-6272-230C-BDD3C9E8536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4793268" cy="5246687"/>
          </a:xfrm>
        </p:spPr>
        <p:txBody>
          <a:bodyPr tIns="0" bIns="0" anchor="ctr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3D03E"/>
                </a:solidFill>
              </a:defRPr>
            </a:lvl1pPr>
            <a:lvl2pPr>
              <a:defRPr>
                <a:solidFill>
                  <a:schemeClr val="accent1"/>
                </a:solidFill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CD203D32-7977-5CE3-74D9-47A31F812F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55086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E8D1EE-ADD4-90BD-DAE6-3A2DBB2874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39543" y="708040"/>
            <a:ext cx="2914625" cy="2914625"/>
          </a:xfrm>
          <a:prstGeom prst="ellipse">
            <a:avLst/>
          </a:prstGeom>
          <a:solidFill>
            <a:schemeClr val="accent5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3" name="Content Placeholder Middle">
            <a:extLst>
              <a:ext uri="{FF2B5EF4-FFF2-40B4-BE49-F238E27FC236}">
                <a16:creationId xmlns:a16="http://schemas.microsoft.com/office/drawing/2014/main" id="{EAEEBE04-3446-ACF7-F727-2CC4B965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2539" y="2259234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2CB5FE-5DEC-7994-0E7E-B87A52F45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73760" y="3037288"/>
            <a:ext cx="2914625" cy="2914625"/>
          </a:xfrm>
          <a:prstGeom prst="ellipse">
            <a:avLst/>
          </a:prstGeom>
          <a:solidFill>
            <a:schemeClr val="tx2"/>
          </a:solidFill>
        </p:spPr>
        <p:txBody>
          <a:bodyPr tIns="180000"/>
          <a:lstStyle>
            <a:lvl1pPr algn="ctr">
              <a:defRPr sz="6000" b="1" cap="none" baseline="0">
                <a:solidFill>
                  <a:schemeClr val="bg1"/>
                </a:solidFill>
              </a:defRPr>
            </a:lvl1pPr>
            <a:lvl2pPr algn="ctr">
              <a:defRPr sz="1600">
                <a:latin typeface="Danone One Light" panose="020B0304030202020204" pitchFamily="34" charset="0"/>
              </a:defRPr>
            </a:lvl2pPr>
            <a:lvl3pPr algn="ctr">
              <a:defRPr sz="1400"/>
            </a:lvl3pPr>
            <a:lvl4pPr algn="ctr">
              <a:defRPr sz="1400"/>
            </a:lvl4pPr>
            <a:lvl5pPr algn="ctr">
              <a:defRPr sz="1400"/>
            </a:lvl5pPr>
          </a:lstStyle>
          <a:p>
            <a:pPr lvl="0"/>
            <a:r>
              <a:rPr lang="en-US" dirty="0"/>
              <a:t>##%</a:t>
            </a:r>
          </a:p>
          <a:p>
            <a:pPr lvl="1"/>
            <a:endParaRPr lang="nl-NL" dirty="0"/>
          </a:p>
        </p:txBody>
      </p:sp>
      <p:sp>
        <p:nvSpPr>
          <p:cNvPr id="16" name="Content Placeholder Right">
            <a:extLst>
              <a:ext uri="{FF2B5EF4-FFF2-40B4-BE49-F238E27FC236}">
                <a16:creationId xmlns:a16="http://schemas.microsoft.com/office/drawing/2014/main" id="{A3114C8A-7988-F519-7160-3C8BF374C970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326756" y="4588482"/>
            <a:ext cx="2435566" cy="1095626"/>
          </a:xfrm>
        </p:spPr>
        <p:txBody>
          <a:bodyPr tIns="0" bIns="0">
            <a:noAutofit/>
          </a:bodyPr>
          <a:lstStyle>
            <a:lvl1pPr algn="ctr">
              <a:defRPr sz="1800" b="0" cap="none" baseline="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Help 4">
            <a:extLst>
              <a:ext uri="{FF2B5EF4-FFF2-40B4-BE49-F238E27FC236}">
                <a16:creationId xmlns:a16="http://schemas.microsoft.com/office/drawing/2014/main" id="{AECB35DD-FF73-84D9-DF40-C7F9ADC74C6E}"/>
              </a:ext>
            </a:extLst>
          </p:cNvPr>
          <p:cNvSpPr txBox="1">
            <a:spLocks/>
          </p:cNvSpPr>
          <p:nvPr userDrawn="1"/>
        </p:nvSpPr>
        <p:spPr>
          <a:xfrm>
            <a:off x="12234624" y="715167"/>
            <a:ext cx="76725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</a:t>
            </a: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'New Slide' button to insert a slide tailored to your content.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050103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ext w/ Large Image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ECACB1B3-D78D-AEE0-686B-8C5B7B1D3C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84056" y="0"/>
            <a:ext cx="5787655" cy="6858000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19700CF4-D62C-8591-DBB1-81C1A505EA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FEB3DC14-B477-6240-BA72-F520DD43E5C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 tIns="0" bIns="0" anchor="t"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pic>
        <p:nvPicPr>
          <p:cNvPr id="18" name="Help 1">
            <a:extLst>
              <a:ext uri="{FF2B5EF4-FFF2-40B4-BE49-F238E27FC236}">
                <a16:creationId xmlns:a16="http://schemas.microsoft.com/office/drawing/2014/main" id="{3B80208B-D8BA-06E2-D448-DBF66FC3DD8C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9" name="Help 2">
            <a:extLst>
              <a:ext uri="{FF2B5EF4-FFF2-40B4-BE49-F238E27FC236}">
                <a16:creationId xmlns:a16="http://schemas.microsoft.com/office/drawing/2014/main" id="{D867C817-D015-236C-D5B0-BD5CCA1A1AB2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0" name="Help 3">
            <a:extLst>
              <a:ext uri="{FF2B5EF4-FFF2-40B4-BE49-F238E27FC236}">
                <a16:creationId xmlns:a16="http://schemas.microsoft.com/office/drawing/2014/main" id="{93761D33-4C74-D98E-1C58-F60E05C7E03A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1" name="Help 4">
            <a:extLst>
              <a:ext uri="{FF2B5EF4-FFF2-40B4-BE49-F238E27FC236}">
                <a16:creationId xmlns:a16="http://schemas.microsoft.com/office/drawing/2014/main" id="{07F047A5-C322-F97D-28E9-68D14C969383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22" name="Help 5">
            <a:extLst>
              <a:ext uri="{FF2B5EF4-FFF2-40B4-BE49-F238E27FC236}">
                <a16:creationId xmlns:a16="http://schemas.microsoft.com/office/drawing/2014/main" id="{29497049-E8CA-CBF3-8AE4-9AF27C85C7F2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23" name="Help 6">
            <a:extLst>
              <a:ext uri="{FF2B5EF4-FFF2-40B4-BE49-F238E27FC236}">
                <a16:creationId xmlns:a16="http://schemas.microsoft.com/office/drawing/2014/main" id="{460AC88F-173F-353F-C4B1-0BE6D947AC2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4" name="Help 7">
            <a:extLst>
              <a:ext uri="{FF2B5EF4-FFF2-40B4-BE49-F238E27FC236}">
                <a16:creationId xmlns:a16="http://schemas.microsoft.com/office/drawing/2014/main" id="{4233D8CE-79C8-DEA9-F0AC-497EDCD2CC03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25" name="Help 8">
            <a:extLst>
              <a:ext uri="{FF2B5EF4-FFF2-40B4-BE49-F238E27FC236}">
                <a16:creationId xmlns:a16="http://schemas.microsoft.com/office/drawing/2014/main" id="{283C1DE0-E3D4-29AA-F29F-68CC3553955C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26" name="Help 9">
            <a:extLst>
              <a:ext uri="{FF2B5EF4-FFF2-40B4-BE49-F238E27FC236}">
                <a16:creationId xmlns:a16="http://schemas.microsoft.com/office/drawing/2014/main" id="{4E13037F-B770-E7D3-3A72-E3E306E868DF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95899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wo Content - 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Righ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35837"/>
          </a:xfrm>
        </p:spPr>
        <p:txBody>
          <a:bodyPr tIns="0" bIns="0">
            <a:noAutofit/>
          </a:bodyPr>
          <a:lstStyle>
            <a:lvl1pPr>
              <a:defRPr>
                <a:solidFill>
                  <a:srgbClr val="F3D03E"/>
                </a:solidFill>
              </a:defRPr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9F1B77CE-8E82-40D9-8CA1-BF1ED210D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  <a:ea typeface="Danone One Condensed" panose="020B060402020202020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" name="Content Placeholder Left">
            <a:extLst>
              <a:ext uri="{FF2B5EF4-FFF2-40B4-BE49-F238E27FC236}">
                <a16:creationId xmlns:a16="http://schemas.microsoft.com/office/drawing/2014/main" id="{FF2C10FC-67DC-8A62-3FB8-0CD5351C65C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8100" y="1700212"/>
            <a:ext cx="5292000" cy="4656138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rgbClr val="F3D03E"/>
                </a:solidFill>
              </a:defRPr>
            </a:lvl1pPr>
            <a:lvl2pPr>
              <a:lnSpc>
                <a:spcPct val="85000"/>
              </a:lnSpc>
              <a:defRPr>
                <a:latin typeface="Danone One Light" panose="020B0304030202020204" pitchFamily="34" charset="0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176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wo Conten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EB407B-8D11-482A-99DA-F939907B8807}"/>
              </a:ext>
            </a:extLst>
          </p:cNvPr>
          <p:cNvSpPr>
            <a:spLocks/>
          </p:cNvSpPr>
          <p:nvPr userDrawn="1"/>
        </p:nvSpPr>
        <p:spPr>
          <a:xfrm>
            <a:off x="586650" y="1700213"/>
            <a:ext cx="5293450" cy="4645025"/>
          </a:xfrm>
          <a:prstGeom prst="rect">
            <a:avLst/>
          </a:prstGeom>
          <a:solidFill>
            <a:srgbClr val="FEFA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EC57AA-A2AF-4126-A6B5-61F88D3A3CC8}"/>
              </a:ext>
            </a:extLst>
          </p:cNvPr>
          <p:cNvSpPr>
            <a:spLocks/>
          </p:cNvSpPr>
          <p:nvPr userDrawn="1"/>
        </p:nvSpPr>
        <p:spPr>
          <a:xfrm>
            <a:off x="6131788" y="1700213"/>
            <a:ext cx="5293450" cy="4645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dirty="0">
              <a:latin typeface="Danone One Light" panose="020B0304030202020204" pitchFamily="34" charset="0"/>
            </a:endParaRPr>
          </a:p>
        </p:txBody>
      </p:sp>
      <p:sp>
        <p:nvSpPr>
          <p:cNvPr id="3" name="Content Placeholder Left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25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Right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90126"/>
            <a:ext cx="4927157" cy="4425294"/>
          </a:xfrm>
        </p:spPr>
        <p:txBody>
          <a:bodyPr tIns="0" bIns="0">
            <a:noAutofit/>
          </a:bodyPr>
          <a:lstStyle>
            <a:lvl1pPr>
              <a:defRPr/>
            </a:lvl1pPr>
            <a:lvl2pPr>
              <a:defRPr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95C28C1A-1A7E-4C35-BB1B-5904B9BAB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54313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</p15:sldGuideLst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hree Column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CDFF-5955-4C80-8373-66193EA363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D16DC37-BD36-45E9-8C4A-C2038A8867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F3FA78D3-1B69-4DFD-BF4E-7CF542EE8F6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07C96-FDE7-45D6-8168-37B4E4FFAE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9843034A-8D2E-441E-8716-FF9706B2A9F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25CD0284-0D13-4E14-8C51-B2D852BD12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6"/>
            <a:ext cx="3455988" cy="136004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>
                <a:latin typeface="Danone One Light" panose="020B0304030202020204" pitchFamily="34" charset="0"/>
              </a:defRPr>
            </a:lvl2pPr>
            <a:lvl3pPr>
              <a:defRPr sz="1400">
                <a:latin typeface="Danone One" panose="020B0504030202020204" pitchFamily="34" charset="0"/>
              </a:defRPr>
            </a:lvl3pPr>
            <a:lvl4pPr>
              <a:defRPr sz="1400">
                <a:latin typeface="Danone One Light" panose="020B0304030202020204" pitchFamily="34" charset="0"/>
              </a:defRPr>
            </a:lvl4pPr>
            <a:lvl5pPr>
              <a:defRPr sz="14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3" name="Picture Placeholder 1">
            <a:extLst>
              <a:ext uri="{FF2B5EF4-FFF2-40B4-BE49-F238E27FC236}">
                <a16:creationId xmlns:a16="http://schemas.microsoft.com/office/drawing/2014/main" id="{FEA6E487-F375-4F45-B236-0265F5948BB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87375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66B96A-A9E4-4547-927B-4814AD1E2F30}"/>
              </a:ext>
            </a:extLst>
          </p:cNvPr>
          <p:cNvCxnSpPr>
            <a:cxnSpLocks/>
          </p:cNvCxnSpPr>
          <p:nvPr userDrawn="1"/>
        </p:nvCxnSpPr>
        <p:spPr>
          <a:xfrm>
            <a:off x="41612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071D51-4B18-4AF1-A8CD-F6473A863B50}"/>
              </a:ext>
            </a:extLst>
          </p:cNvPr>
          <p:cNvCxnSpPr>
            <a:cxnSpLocks/>
          </p:cNvCxnSpPr>
          <p:nvPr userDrawn="1"/>
        </p:nvCxnSpPr>
        <p:spPr>
          <a:xfrm>
            <a:off x="7853069" y="1690481"/>
            <a:ext cx="0" cy="4644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75D9A9F6-1ECC-4085-95CA-A9EE8D6437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279162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43E3BF58-C8CA-409C-AB3A-6FC4660CF42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70974" y="2791388"/>
            <a:ext cx="3455988" cy="1982787"/>
          </a:xfr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18" name="Title Placeholder">
            <a:extLst>
              <a:ext uri="{FF2B5EF4-FFF2-40B4-BE49-F238E27FC236}">
                <a16:creationId xmlns:a16="http://schemas.microsoft.com/office/drawing/2014/main" id="{95C701E8-C112-4945-8E4F-85E564BE3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2" name="Help 1">
            <a:extLst>
              <a:ext uri="{FF2B5EF4-FFF2-40B4-BE49-F238E27FC236}">
                <a16:creationId xmlns:a16="http://schemas.microsoft.com/office/drawing/2014/main" id="{10244AD8-9BEE-AD09-8576-5B0C7E4C7F7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28" name="Help 2">
            <a:extLst>
              <a:ext uri="{FF2B5EF4-FFF2-40B4-BE49-F238E27FC236}">
                <a16:creationId xmlns:a16="http://schemas.microsoft.com/office/drawing/2014/main" id="{8264F644-2939-E9DC-4CD9-8EB15113957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9" name="Help 3">
            <a:extLst>
              <a:ext uri="{FF2B5EF4-FFF2-40B4-BE49-F238E27FC236}">
                <a16:creationId xmlns:a16="http://schemas.microsoft.com/office/drawing/2014/main" id="{F4BD8C2D-7F07-3D80-1EFA-4DE8F587A236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30" name="Help 4">
            <a:extLst>
              <a:ext uri="{FF2B5EF4-FFF2-40B4-BE49-F238E27FC236}">
                <a16:creationId xmlns:a16="http://schemas.microsoft.com/office/drawing/2014/main" id="{8B73443A-DFB8-5218-C66C-EC47D6D7E5B9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31" name="Help 5">
            <a:extLst>
              <a:ext uri="{FF2B5EF4-FFF2-40B4-BE49-F238E27FC236}">
                <a16:creationId xmlns:a16="http://schemas.microsoft.com/office/drawing/2014/main" id="{E5F2183F-40F1-5A53-5419-6C085969406E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32" name="Help 6">
            <a:extLst>
              <a:ext uri="{FF2B5EF4-FFF2-40B4-BE49-F238E27FC236}">
                <a16:creationId xmlns:a16="http://schemas.microsoft.com/office/drawing/2014/main" id="{5E42BBC9-C99F-3A7B-360A-60E8038A51AF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33" name="Help 7">
            <a:extLst>
              <a:ext uri="{FF2B5EF4-FFF2-40B4-BE49-F238E27FC236}">
                <a16:creationId xmlns:a16="http://schemas.microsoft.com/office/drawing/2014/main" id="{9596D7BD-5C68-0557-C0D6-3DDBDD43EAE6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34" name="Help 8">
            <a:extLst>
              <a:ext uri="{FF2B5EF4-FFF2-40B4-BE49-F238E27FC236}">
                <a16:creationId xmlns:a16="http://schemas.microsoft.com/office/drawing/2014/main" id="{BCB985CF-E142-03D5-299A-F1CEB4496B43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35" name="Help 9">
            <a:extLst>
              <a:ext uri="{FF2B5EF4-FFF2-40B4-BE49-F238E27FC236}">
                <a16:creationId xmlns:a16="http://schemas.microsoft.com/office/drawing/2014/main" id="{3543F57F-C2B1-66F7-A31C-561BFA678714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21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85">
          <p15:clr>
            <a:srgbClr val="FBAE40"/>
          </p15:clr>
        </p15:guide>
        <p15:guide id="2" pos="2547">
          <p15:clr>
            <a:srgbClr val="FBAE40"/>
          </p15:clr>
        </p15:guide>
        <p15:guide id="3" pos="4883">
          <p15:clr>
            <a:srgbClr val="FBAE40"/>
          </p15:clr>
        </p15:guide>
        <p15:guide id="4" pos="5024">
          <p15:clr>
            <a:srgbClr val="FBAE40"/>
          </p15:clr>
        </p15:guide>
      </p15:sldGuideLst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11E9-EF7B-497A-B2C5-D410DDBBB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5292000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AD3DE-2002-4203-96B0-653F96F6B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4974" y="1700212"/>
            <a:ext cx="5290264" cy="2264400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427DAC-60B0-4387-A31B-5324F07D7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35F12D5-4AF9-44A1-9E10-AC24CC28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7B51E57-9EC1-42B4-AD68-1C98DBD0261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87375" y="4185188"/>
            <a:ext cx="5292000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5FAF0F6-643B-4652-9CE3-598C25D8A74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34974" y="4185188"/>
            <a:ext cx="5290264" cy="2171162"/>
          </a:xfrm>
        </p:spPr>
        <p:txBody>
          <a:bodyPr tIns="0" bIns="0"/>
          <a:lstStyle>
            <a:lvl1pPr>
              <a:defRPr sz="2000"/>
            </a:lvl1pPr>
            <a:lvl2pPr>
              <a:defRPr sz="1800">
                <a:latin typeface="Danone One Light" panose="020B0304030202020204" pitchFamily="34" charset="0"/>
              </a:defRPr>
            </a:lvl2pPr>
            <a:lvl3pPr>
              <a:defRPr sz="1600">
                <a:latin typeface="Danone One" panose="020B0504030202020204" pitchFamily="34" charset="0"/>
              </a:defRPr>
            </a:lvl3pPr>
            <a:lvl4pPr>
              <a:defRPr sz="1600">
                <a:latin typeface="Danone One Light" panose="020B0304030202020204" pitchFamily="34" charset="0"/>
              </a:defRPr>
            </a:lvl4pPr>
            <a:lvl5pPr>
              <a:defRPr sz="1600">
                <a:latin typeface="Danone One Light" panose="020B030403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78EE53C2-0BAA-4E0F-8038-B1B0A53B71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D2A649F-6725-0489-F6E9-10B1505DD6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38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2" name="Tijdelijke aanduiding voor tekst 7">
            <a:extLst>
              <a:ext uri="{FF2B5EF4-FFF2-40B4-BE49-F238E27FC236}">
                <a16:creationId xmlns:a16="http://schemas.microsoft.com/office/drawing/2014/main" id="{3CCFED20-1E22-A841-8B63-712C3ABC3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2972090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3" name="Tijdelijke aanduiding voor tekst 7">
            <a:extLst>
              <a:ext uri="{FF2B5EF4-FFF2-40B4-BE49-F238E27FC236}">
                <a16:creationId xmlns:a16="http://schemas.microsoft.com/office/drawing/2014/main" id="{FC631954-1E3B-9383-E79F-6E1DF3101AF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33238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1FD386CD-E935-B8CB-2F27-B8FE798E943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5452078"/>
            <a:ext cx="3014663" cy="913820"/>
          </a:xfrm>
        </p:spPr>
        <p:txBody>
          <a:bodyPr/>
          <a:lstStyle>
            <a:lvl1pPr>
              <a:defRPr sz="5400"/>
            </a:lvl1pPr>
            <a:lvl2pPr>
              <a:defRPr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XX%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81454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63">
          <p15:clr>
            <a:srgbClr val="FBAE40"/>
          </p15:clr>
        </p15:guide>
        <p15:guide id="2" pos="3704">
          <p15:clr>
            <a:srgbClr val="FBAE40"/>
          </p15:clr>
        </p15:guide>
        <p15:guide id="3" orient="horz" pos="2500">
          <p15:clr>
            <a:srgbClr val="FBAE40"/>
          </p15:clr>
        </p15:guide>
        <p15:guide id="4" orient="horz" pos="2636">
          <p15:clr>
            <a:srgbClr val="FBAE40"/>
          </p15:clr>
        </p15:guide>
      </p15:sldGuideLst>
    </p:ext>
  </p:extLs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B946D5-ABE6-CB01-18BD-6199F98BEFE7}"/>
              </a:ext>
            </a:extLst>
          </p:cNvPr>
          <p:cNvSpPr/>
          <p:nvPr userDrawn="1"/>
        </p:nvSpPr>
        <p:spPr>
          <a:xfrm>
            <a:off x="11425238" y="0"/>
            <a:ext cx="7667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A9BCD9-E9EA-4A12-475C-F7F17B31A2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" y="5"/>
            <a:ext cx="12191996" cy="6345234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 algn="ctr"/>
            <a:endParaRPr lang="en-GB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2741ECD-6667-4DD0-8754-D8AD3BC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EA2FCB5-B8AB-4F77-BD30-7881CE20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Help 1">
            <a:extLst>
              <a:ext uri="{FF2B5EF4-FFF2-40B4-BE49-F238E27FC236}">
                <a16:creationId xmlns:a16="http://schemas.microsoft.com/office/drawing/2014/main" id="{6B592A37-FD79-04C8-6A31-547832EE97AA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543889"/>
            <a:ext cx="243459" cy="243459"/>
          </a:xfrm>
          <a:prstGeom prst="rect">
            <a:avLst/>
          </a:prstGeom>
          <a:effectLst/>
        </p:spPr>
      </p:pic>
      <p:sp>
        <p:nvSpPr>
          <p:cNvPr id="12" name="Help 2">
            <a:extLst>
              <a:ext uri="{FF2B5EF4-FFF2-40B4-BE49-F238E27FC236}">
                <a16:creationId xmlns:a16="http://schemas.microsoft.com/office/drawing/2014/main" id="{5045F4F3-C3C7-6AC3-5481-CC4B4F3EF829}"/>
              </a:ext>
            </a:extLst>
          </p:cNvPr>
          <p:cNvSpPr>
            <a:spLocks/>
          </p:cNvSpPr>
          <p:nvPr userDrawn="1"/>
        </p:nvSpPr>
        <p:spPr>
          <a:xfrm>
            <a:off x="12281626" y="5332867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D1D540B2-588F-92A0-54A4-A6BADEBA55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35627" y="1484313"/>
            <a:ext cx="4034481" cy="4556557"/>
          </a:xfrm>
        </p:spPr>
        <p:txBody>
          <a:bodyPr/>
          <a:lstStyle>
            <a:lvl1pPr algn="ctr">
              <a:lnSpc>
                <a:spcPct val="80000"/>
              </a:lnSpc>
              <a:defRPr sz="5400">
                <a:solidFill>
                  <a:schemeClr val="bg1"/>
                </a:solidFill>
                <a:effectLst>
                  <a:outerShdw blurRad="1905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  <a:lvl2pPr algn="ctr">
              <a:defRPr sz="3200">
                <a:latin typeface="Danone One Light" panose="020B0304030202020204" pitchFamily="34" charset="0"/>
              </a:defRPr>
            </a:lvl2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endParaRPr lang="nl-NL" dirty="0"/>
          </a:p>
        </p:txBody>
      </p:sp>
      <p:sp>
        <p:nvSpPr>
          <p:cNvPr id="3" name="Help 3">
            <a:extLst>
              <a:ext uri="{FF2B5EF4-FFF2-40B4-BE49-F238E27FC236}">
                <a16:creationId xmlns:a16="http://schemas.microsoft.com/office/drawing/2014/main" id="{BD5D9DF4-17E9-B949-7175-980392245591}"/>
              </a:ext>
            </a:extLst>
          </p:cNvPr>
          <p:cNvSpPr>
            <a:spLocks/>
          </p:cNvSpPr>
          <p:nvPr userDrawn="1"/>
        </p:nvSpPr>
        <p:spPr>
          <a:xfrm>
            <a:off x="12281626" y="5847719"/>
            <a:ext cx="662152" cy="1014557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8" name="Help 4">
            <a:extLst>
              <a:ext uri="{FF2B5EF4-FFF2-40B4-BE49-F238E27FC236}">
                <a16:creationId xmlns:a16="http://schemas.microsoft.com/office/drawing/2014/main" id="{FB76A0DC-4BB7-0E35-CB74-3EC752777716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490973" y="5916749"/>
            <a:ext cx="243459" cy="243459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09BB673D-52FC-F7C3-8F95-0256C54F455B}"/>
              </a:ext>
            </a:extLst>
          </p:cNvPr>
          <p:cNvSpPr txBox="1">
            <a:spLocks/>
          </p:cNvSpPr>
          <p:nvPr userDrawn="1"/>
        </p:nvSpPr>
        <p:spPr>
          <a:xfrm>
            <a:off x="12229075" y="6154390"/>
            <a:ext cx="767255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‘Reset Slide’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fit picture &amp;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Crop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to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adjust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picture</a:t>
            </a: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0B1FB70D-F882-35EE-0F76-159FD628910A}"/>
              </a:ext>
            </a:extLst>
          </p:cNvPr>
          <p:cNvSpPr>
            <a:spLocks/>
          </p:cNvSpPr>
          <p:nvPr userDrawn="1"/>
        </p:nvSpPr>
        <p:spPr>
          <a:xfrm>
            <a:off x="12281626" y="491561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PICTURE TAB</a:t>
            </a:r>
          </a:p>
        </p:txBody>
      </p:sp>
      <p:sp>
        <p:nvSpPr>
          <p:cNvPr id="15" name="Help 7">
            <a:extLst>
              <a:ext uri="{FF2B5EF4-FFF2-40B4-BE49-F238E27FC236}">
                <a16:creationId xmlns:a16="http://schemas.microsoft.com/office/drawing/2014/main" id="{4B803A9D-AD91-EAF8-917E-586B9C50B879}"/>
              </a:ext>
            </a:extLst>
          </p:cNvPr>
          <p:cNvSpPr>
            <a:spLocks/>
          </p:cNvSpPr>
          <p:nvPr userDrawn="1"/>
        </p:nvSpPr>
        <p:spPr>
          <a:xfrm>
            <a:off x="12281626" y="5059738"/>
            <a:ext cx="662152" cy="73523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16" name="Help 8">
            <a:extLst>
              <a:ext uri="{FF2B5EF4-FFF2-40B4-BE49-F238E27FC236}">
                <a16:creationId xmlns:a16="http://schemas.microsoft.com/office/drawing/2014/main" id="{A82C287E-0799-D8E8-01BF-71489B8971B8}"/>
              </a:ext>
            </a:extLst>
          </p:cNvPr>
          <p:cNvSpPr txBox="1">
            <a:spLocks/>
          </p:cNvSpPr>
          <p:nvPr userDrawn="1"/>
        </p:nvSpPr>
        <p:spPr>
          <a:xfrm>
            <a:off x="12282344" y="5428651"/>
            <a:ext cx="6621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Image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can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be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replaced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pic>
        <p:nvPicPr>
          <p:cNvPr id="17" name="Help 9">
            <a:extLst>
              <a:ext uri="{FF2B5EF4-FFF2-40B4-BE49-F238E27FC236}">
                <a16:creationId xmlns:a16="http://schemas.microsoft.com/office/drawing/2014/main" id="{7AC5668B-BC5F-949C-401A-33AE7035AA0B}"/>
              </a:ext>
            </a:extLst>
          </p:cNvPr>
          <p:cNvPicPr>
            <a:picLocks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67171" y="5155323"/>
            <a:ext cx="307542" cy="30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59548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C5C2914-9038-4BFF-B47D-D2D1B67A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0A8E3EED-BA4B-4106-B922-3FB3396A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15A52B0-D657-4483-9410-EC22DB6B74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 t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baseline="0" dirty="0" smtClean="0">
                <a:solidFill>
                  <a:schemeClr val="tx1"/>
                </a:solidFill>
                <a:latin typeface="Danone One Condensed" panose="020B0504030202020204" pitchFamily="34" charset="0"/>
                <a:ea typeface="+mj-ea"/>
                <a:cs typeface="+mj-cs"/>
              </a:defRPr>
            </a:lvl1pPr>
            <a:lvl2pPr>
              <a:defRPr sz="2000">
                <a:latin typeface="Danone One Condensed" panose="020B0504030202020204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20696607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ellow: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93153AD4-3137-4FC8-8EB3-D6A47D01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B3AD146-2A63-465A-829D-36149B60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403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97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0" Type="http://schemas.openxmlformats.org/officeDocument/2006/relationships/slideLayout" Target="../slideLayouts/slideLayout96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86.xml"/><Relationship Id="rId19" Type="http://schemas.openxmlformats.org/officeDocument/2006/relationships/slideLayout" Target="../slideLayouts/slideLayout95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Relationship Id="rId22" Type="http://schemas.openxmlformats.org/officeDocument/2006/relationships/slideLayout" Target="../slideLayouts/slideLayout9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1.xml"/><Relationship Id="rId18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01.xml"/><Relationship Id="rId21" Type="http://schemas.openxmlformats.org/officeDocument/2006/relationships/slideLayout" Target="../slideLayouts/slideLayout119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5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14.xml"/><Relationship Id="rId20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13.xml"/><Relationship Id="rId23" Type="http://schemas.openxmlformats.org/officeDocument/2006/relationships/theme" Target="../theme/theme6.xml"/><Relationship Id="rId10" Type="http://schemas.openxmlformats.org/officeDocument/2006/relationships/slideLayout" Target="../slideLayouts/slideLayout108.xml"/><Relationship Id="rId19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12.xml"/><Relationship Id="rId22" Type="http://schemas.openxmlformats.org/officeDocument/2006/relationships/slideLayout" Target="../slideLayouts/slideLayout12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slideLayout" Target="../slideLayouts/slideLayout133.xml"/><Relationship Id="rId1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17" Type="http://schemas.openxmlformats.org/officeDocument/2006/relationships/slideLayout" Target="../slideLayouts/slideLayout13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122.xml"/><Relationship Id="rId16" Type="http://schemas.openxmlformats.org/officeDocument/2006/relationships/slideLayout" Target="../slideLayouts/slideLayout136.xml"/><Relationship Id="rId20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125.xml"/><Relationship Id="rId15" Type="http://schemas.openxmlformats.org/officeDocument/2006/relationships/slideLayout" Target="../slideLayouts/slideLayout135.xml"/><Relationship Id="rId23" Type="http://schemas.openxmlformats.org/officeDocument/2006/relationships/theme" Target="../theme/theme7.xml"/><Relationship Id="rId10" Type="http://schemas.openxmlformats.org/officeDocument/2006/relationships/slideLayout" Target="../slideLayouts/slideLayout130.xml"/><Relationship Id="rId19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Relationship Id="rId14" Type="http://schemas.openxmlformats.org/officeDocument/2006/relationships/slideLayout" Target="../slideLayouts/slideLayout134.xml"/><Relationship Id="rId22" Type="http://schemas.openxmlformats.org/officeDocument/2006/relationships/slideLayout" Target="../slideLayouts/slideLayout14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55.xml"/><Relationship Id="rId18" Type="http://schemas.openxmlformats.org/officeDocument/2006/relationships/slideLayout" Target="../slideLayouts/slideLayout160.xml"/><Relationship Id="rId3" Type="http://schemas.openxmlformats.org/officeDocument/2006/relationships/slideLayout" Target="../slideLayouts/slideLayout145.xml"/><Relationship Id="rId21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54.xml"/><Relationship Id="rId17" Type="http://schemas.openxmlformats.org/officeDocument/2006/relationships/slideLayout" Target="../slideLayouts/slideLayout15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144.xml"/><Relationship Id="rId16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53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147.xml"/><Relationship Id="rId15" Type="http://schemas.openxmlformats.org/officeDocument/2006/relationships/slideLayout" Target="../slideLayouts/slideLayout157.xml"/><Relationship Id="rId23" Type="http://schemas.openxmlformats.org/officeDocument/2006/relationships/theme" Target="../theme/theme8.xml"/><Relationship Id="rId10" Type="http://schemas.openxmlformats.org/officeDocument/2006/relationships/slideLayout" Target="../slideLayouts/slideLayout152.xml"/><Relationship Id="rId19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46.xml"/><Relationship Id="rId9" Type="http://schemas.openxmlformats.org/officeDocument/2006/relationships/slideLayout" Target="../slideLayouts/slideLayout151.xml"/><Relationship Id="rId14" Type="http://schemas.openxmlformats.org/officeDocument/2006/relationships/slideLayout" Target="../slideLayouts/slideLayout156.xml"/><Relationship Id="rId22" Type="http://schemas.openxmlformats.org/officeDocument/2006/relationships/slideLayout" Target="../slideLayouts/slideLayout164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67.xml"/><Relationship Id="rId21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81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166.xml"/><Relationship Id="rId16" Type="http://schemas.openxmlformats.org/officeDocument/2006/relationships/slideLayout" Target="../slideLayouts/slideLayout180.xml"/><Relationship Id="rId20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169.xml"/><Relationship Id="rId15" Type="http://schemas.openxmlformats.org/officeDocument/2006/relationships/slideLayout" Target="../slideLayouts/slideLayout179.xml"/><Relationship Id="rId23" Type="http://schemas.openxmlformats.org/officeDocument/2006/relationships/theme" Target="../theme/theme9.xml"/><Relationship Id="rId10" Type="http://schemas.openxmlformats.org/officeDocument/2006/relationships/slideLayout" Target="../slideLayouts/slideLayout174.xml"/><Relationship Id="rId19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8.xml"/><Relationship Id="rId22" Type="http://schemas.openxmlformats.org/officeDocument/2006/relationships/slideLayout" Target="../slideLayouts/slideLayout18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4.xml"/><Relationship Id="rId13" Type="http://schemas.openxmlformats.org/officeDocument/2006/relationships/slideLayout" Target="../slideLayouts/slideLayout199.xml"/><Relationship Id="rId18" Type="http://schemas.openxmlformats.org/officeDocument/2006/relationships/slideLayout" Target="../slideLayouts/slideLayout204.xml"/><Relationship Id="rId3" Type="http://schemas.openxmlformats.org/officeDocument/2006/relationships/slideLayout" Target="../slideLayouts/slideLayout189.xml"/><Relationship Id="rId21" Type="http://schemas.openxmlformats.org/officeDocument/2006/relationships/slideLayout" Target="../slideLayouts/slideLayout207.xml"/><Relationship Id="rId7" Type="http://schemas.openxmlformats.org/officeDocument/2006/relationships/slideLayout" Target="../slideLayouts/slideLayout193.xml"/><Relationship Id="rId12" Type="http://schemas.openxmlformats.org/officeDocument/2006/relationships/slideLayout" Target="../slideLayouts/slideLayout198.xml"/><Relationship Id="rId17" Type="http://schemas.openxmlformats.org/officeDocument/2006/relationships/slideLayout" Target="../slideLayouts/slideLayout203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188.xml"/><Relationship Id="rId16" Type="http://schemas.openxmlformats.org/officeDocument/2006/relationships/slideLayout" Target="../slideLayouts/slideLayout202.xml"/><Relationship Id="rId2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92.xml"/><Relationship Id="rId11" Type="http://schemas.openxmlformats.org/officeDocument/2006/relationships/slideLayout" Target="../slideLayouts/slideLayout197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191.xml"/><Relationship Id="rId15" Type="http://schemas.openxmlformats.org/officeDocument/2006/relationships/slideLayout" Target="../slideLayouts/slideLayout201.xml"/><Relationship Id="rId23" Type="http://schemas.openxmlformats.org/officeDocument/2006/relationships/theme" Target="../theme/theme10.xml"/><Relationship Id="rId10" Type="http://schemas.openxmlformats.org/officeDocument/2006/relationships/slideLayout" Target="../slideLayouts/slideLayout196.xml"/><Relationship Id="rId19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190.xml"/><Relationship Id="rId9" Type="http://schemas.openxmlformats.org/officeDocument/2006/relationships/slideLayout" Target="../slideLayouts/slideLayout195.xml"/><Relationship Id="rId14" Type="http://schemas.openxmlformats.org/officeDocument/2006/relationships/slideLayout" Target="../slideLayouts/slideLayout200.xml"/><Relationship Id="rId22" Type="http://schemas.openxmlformats.org/officeDocument/2006/relationships/slideLayout" Target="../slideLayouts/slideLayout2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21.xml"/><Relationship Id="rId18" Type="http://schemas.openxmlformats.org/officeDocument/2006/relationships/slideLayout" Target="../slideLayouts/slideLayout226.xml"/><Relationship Id="rId3" Type="http://schemas.openxmlformats.org/officeDocument/2006/relationships/slideLayout" Target="../slideLayouts/slideLayout211.xml"/><Relationship Id="rId21" Type="http://schemas.openxmlformats.org/officeDocument/2006/relationships/slideLayout" Target="../slideLayouts/slideLayout229.xml"/><Relationship Id="rId7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5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10.xml"/><Relationship Id="rId16" Type="http://schemas.openxmlformats.org/officeDocument/2006/relationships/slideLayout" Target="../slideLayouts/slideLayout224.xml"/><Relationship Id="rId20" Type="http://schemas.openxmlformats.org/officeDocument/2006/relationships/slideLayout" Target="../slideLayouts/slideLayout228.xml"/><Relationship Id="rId1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9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213.xml"/><Relationship Id="rId15" Type="http://schemas.openxmlformats.org/officeDocument/2006/relationships/slideLayout" Target="../slideLayouts/slideLayout223.xml"/><Relationship Id="rId23" Type="http://schemas.openxmlformats.org/officeDocument/2006/relationships/theme" Target="../theme/theme11.xml"/><Relationship Id="rId10" Type="http://schemas.openxmlformats.org/officeDocument/2006/relationships/slideLayout" Target="../slideLayouts/slideLayout218.xml"/><Relationship Id="rId19" Type="http://schemas.openxmlformats.org/officeDocument/2006/relationships/slideLayout" Target="../slideLayouts/slideLayout227.xml"/><Relationship Id="rId4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22.xml"/><Relationship Id="rId22" Type="http://schemas.openxmlformats.org/officeDocument/2006/relationships/slideLayout" Target="../slideLayouts/slideLayout23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8.xml"/><Relationship Id="rId13" Type="http://schemas.openxmlformats.org/officeDocument/2006/relationships/slideLayout" Target="../slideLayouts/slideLayout243.xml"/><Relationship Id="rId18" Type="http://schemas.openxmlformats.org/officeDocument/2006/relationships/slideLayout" Target="../slideLayouts/slideLayout248.xml"/><Relationship Id="rId3" Type="http://schemas.openxmlformats.org/officeDocument/2006/relationships/slideLayout" Target="../slideLayouts/slideLayout233.xml"/><Relationship Id="rId21" Type="http://schemas.openxmlformats.org/officeDocument/2006/relationships/slideLayout" Target="../slideLayouts/slideLayout251.xml"/><Relationship Id="rId7" Type="http://schemas.openxmlformats.org/officeDocument/2006/relationships/slideLayout" Target="../slideLayouts/slideLayout237.xml"/><Relationship Id="rId12" Type="http://schemas.openxmlformats.org/officeDocument/2006/relationships/slideLayout" Target="../slideLayouts/slideLayout242.xml"/><Relationship Id="rId17" Type="http://schemas.openxmlformats.org/officeDocument/2006/relationships/slideLayout" Target="../slideLayouts/slideLayout24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32.xml"/><Relationship Id="rId16" Type="http://schemas.openxmlformats.org/officeDocument/2006/relationships/slideLayout" Target="../slideLayouts/slideLayout246.xml"/><Relationship Id="rId20" Type="http://schemas.openxmlformats.org/officeDocument/2006/relationships/slideLayout" Target="../slideLayouts/slideLayout250.xml"/><Relationship Id="rId1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241.xml"/><Relationship Id="rId24" Type="http://schemas.openxmlformats.org/officeDocument/2006/relationships/image" Target="../media/image1.svg"/><Relationship Id="rId5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45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40.xml"/><Relationship Id="rId19" Type="http://schemas.openxmlformats.org/officeDocument/2006/relationships/slideLayout" Target="../slideLayouts/slideLayout249.xml"/><Relationship Id="rId4" Type="http://schemas.openxmlformats.org/officeDocument/2006/relationships/slideLayout" Target="../slideLayouts/slideLayout234.xml"/><Relationship Id="rId9" Type="http://schemas.openxmlformats.org/officeDocument/2006/relationships/slideLayout" Target="../slideLayouts/slideLayout239.xml"/><Relationship Id="rId14" Type="http://schemas.openxmlformats.org/officeDocument/2006/relationships/slideLayout" Target="../slideLayouts/slideLayout244.xml"/><Relationship Id="rId22" Type="http://schemas.openxmlformats.org/officeDocument/2006/relationships/slideLayout" Target="../slideLayouts/slideLayout2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Help1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accent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2534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accent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Help 1">
            <a:extLst>
              <a:ext uri="{FF2B5EF4-FFF2-40B4-BE49-F238E27FC236}">
                <a16:creationId xmlns:a16="http://schemas.microsoft.com/office/drawing/2014/main" id="{36F5FB4E-BA1F-E415-22EF-29C57D7B6A23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504030202020204" pitchFamily="34" charset="0"/>
            </a:endParaRPr>
          </a:p>
        </p:txBody>
      </p:sp>
      <p:grpSp>
        <p:nvGrpSpPr>
          <p:cNvPr id="17" name="Help 2">
            <a:extLst>
              <a:ext uri="{FF2B5EF4-FFF2-40B4-BE49-F238E27FC236}">
                <a16:creationId xmlns:a16="http://schemas.microsoft.com/office/drawing/2014/main" id="{E200B440-8080-7EEA-3B38-31A40F522D0C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C650F40A-7A2B-B5BD-8CA6-D99FCB833DC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F75AA13C-3C43-19BE-860A-BF76E71C9005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CAEE27C8-4890-0E7D-C8F7-897BF6BB83A4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535848B-7080-EAE5-693F-7EC849C70B64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</p:grpSp>
      <p:sp>
        <p:nvSpPr>
          <p:cNvPr id="22" name="Help 3">
            <a:extLst>
              <a:ext uri="{FF2B5EF4-FFF2-40B4-BE49-F238E27FC236}">
                <a16:creationId xmlns:a16="http://schemas.microsoft.com/office/drawing/2014/main" id="{A72DE13B-45DE-F6AD-76DE-BF3886AFC0D6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3" name="Help 4">
            <a:extLst>
              <a:ext uri="{FF2B5EF4-FFF2-40B4-BE49-F238E27FC236}">
                <a16:creationId xmlns:a16="http://schemas.microsoft.com/office/drawing/2014/main" id="{C276EFB4-7C11-7BD2-53D8-7011E5F1B43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24" name="Help 5">
            <a:extLst>
              <a:ext uri="{FF2B5EF4-FFF2-40B4-BE49-F238E27FC236}">
                <a16:creationId xmlns:a16="http://schemas.microsoft.com/office/drawing/2014/main" id="{31C71525-0EEC-BA4A-D2AD-0FA87B162F30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subheader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5" name="Help 6">
            <a:extLst>
              <a:ext uri="{FF2B5EF4-FFF2-40B4-BE49-F238E27FC236}">
                <a16:creationId xmlns:a16="http://schemas.microsoft.com/office/drawing/2014/main" id="{672FDFDF-BC4E-BEBA-A3A1-DAC2EB0C1709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26" name="Help 7">
            <a:extLst>
              <a:ext uri="{FF2B5EF4-FFF2-40B4-BE49-F238E27FC236}">
                <a16:creationId xmlns:a16="http://schemas.microsoft.com/office/drawing/2014/main" id="{93FC229D-67CB-3CEF-5EE8-BE0A3B6DB8FB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27" name="Help 8">
            <a:extLst>
              <a:ext uri="{FF2B5EF4-FFF2-40B4-BE49-F238E27FC236}">
                <a16:creationId xmlns:a16="http://schemas.microsoft.com/office/drawing/2014/main" id="{A90953FF-8810-AE76-3CF3-463E8ED05CC7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28" name="Help 9">
            <a:extLst>
              <a:ext uri="{FF2B5EF4-FFF2-40B4-BE49-F238E27FC236}">
                <a16:creationId xmlns:a16="http://schemas.microsoft.com/office/drawing/2014/main" id="{F45B9CEB-3C3B-4D69-A1F1-09C639F924A7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83099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'Reset Slide' button to revert the slide to its original layout &amp; font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29" name="Help 10">
            <a:extLst>
              <a:ext uri="{FF2B5EF4-FFF2-40B4-BE49-F238E27FC236}">
                <a16:creationId xmlns:a16="http://schemas.microsoft.com/office/drawing/2014/main" id="{D862C4B3-5953-C57C-6106-85140D99062F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solidFill>
                <a:schemeClr val="accent1"/>
              </a:solidFill>
              <a:latin typeface="Danone One Condensed" panose="020B0504030202020204" pitchFamily="34" charset="0"/>
            </a:endParaRPr>
          </a:p>
        </p:txBody>
      </p:sp>
      <p:sp>
        <p:nvSpPr>
          <p:cNvPr id="30" name="Help 11">
            <a:extLst>
              <a:ext uri="{FF2B5EF4-FFF2-40B4-BE49-F238E27FC236}">
                <a16:creationId xmlns:a16="http://schemas.microsoft.com/office/drawing/2014/main" id="{517A9435-E94B-0B79-4CFC-10C6475192F3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1" name="Help 12">
            <a:extLst>
              <a:ext uri="{FF2B5EF4-FFF2-40B4-BE49-F238E27FC236}">
                <a16:creationId xmlns:a16="http://schemas.microsoft.com/office/drawing/2014/main" id="{DD48E81F-21C5-C272-E216-A4034D4E1365}"/>
              </a:ext>
            </a:extLst>
          </p:cNvPr>
          <p:cNvSpPr>
            <a:spLocks/>
          </p:cNvSpPr>
          <p:nvPr userDrawn="1"/>
        </p:nvSpPr>
        <p:spPr>
          <a:xfrm>
            <a:off x="1227146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 dirty="0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8EB8CFE4-EA25-4D19-4A65-B3437023A562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3158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4699" r:id="rId2"/>
    <p:sldLayoutId id="2147484700" r:id="rId3"/>
    <p:sldLayoutId id="2147484701" r:id="rId4"/>
    <p:sldLayoutId id="2147484430" r:id="rId5"/>
    <p:sldLayoutId id="2147484702" r:id="rId6"/>
    <p:sldLayoutId id="2147483878" r:id="rId7"/>
    <p:sldLayoutId id="2147484697" r:id="rId8"/>
    <p:sldLayoutId id="2147484435" r:id="rId9"/>
    <p:sldLayoutId id="2147484712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+mn-lt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+mn-lt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+mn-lt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 userDrawn="1">
          <p15:clr>
            <a:srgbClr val="F26B43"/>
          </p15:clr>
        </p15:guide>
        <p15:guide id="2" orient="horz" pos="255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7197" userDrawn="1">
          <p15:clr>
            <a:srgbClr val="F26B43"/>
          </p15:clr>
        </p15:guide>
        <p15:guide id="6" orient="horz" pos="699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1094" userDrawn="1">
          <p15:clr>
            <a:srgbClr val="F26B43"/>
          </p15:clr>
        </p15:guide>
        <p15:guide id="9" orient="horz" pos="413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2534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7529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9" name="Danone-_Danone_Logo_Seconadry_Watercolour_Horizontal.png">
            <a:extLst>
              <a:ext uri="{FF2B5EF4-FFF2-40B4-BE49-F238E27FC236}">
                <a16:creationId xmlns:a16="http://schemas.microsoft.com/office/drawing/2014/main" id="{8BED9BBA-8E0C-072A-2208-CBBAA0292D12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3667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4" r:id="rId1"/>
    <p:sldLayoutId id="2147484415" r:id="rId2"/>
    <p:sldLayoutId id="2147484418" r:id="rId3"/>
    <p:sldLayoutId id="2147484411" r:id="rId4"/>
    <p:sldLayoutId id="2147484412" r:id="rId5"/>
    <p:sldLayoutId id="2147484413" r:id="rId6"/>
    <p:sldLayoutId id="2147484436" r:id="rId7"/>
    <p:sldLayoutId id="2147484421" r:id="rId8"/>
    <p:sldLayoutId id="2147484424" r:id="rId9"/>
    <p:sldLayoutId id="2147484422" r:id="rId10"/>
    <p:sldLayoutId id="2147484416" r:id="rId11"/>
    <p:sldLayoutId id="2147484433" r:id="rId12"/>
    <p:sldLayoutId id="2147484437" r:id="rId13"/>
    <p:sldLayoutId id="2147484434" r:id="rId14"/>
    <p:sldLayoutId id="2147484432" r:id="rId15"/>
    <p:sldLayoutId id="2147484431" r:id="rId16"/>
    <p:sldLayoutId id="2147484417" r:id="rId17"/>
    <p:sldLayoutId id="2147484419" r:id="rId18"/>
    <p:sldLayoutId id="2147484420" r:id="rId19"/>
    <p:sldLayoutId id="2147484425" r:id="rId20"/>
    <p:sldLayoutId id="2147484427" r:id="rId21"/>
    <p:sldLayoutId id="2147484428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005EB8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 userDrawn="1">
          <p15:clr>
            <a:srgbClr val="F26B43"/>
          </p15:clr>
        </p15:guide>
        <p15:guide id="2" orient="horz" pos="255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7197" userDrawn="1">
          <p15:clr>
            <a:srgbClr val="F26B43"/>
          </p15:clr>
        </p15:guide>
        <p15:guide id="6" orient="horz" pos="699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107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4456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561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Danone-_Danone_Logo_Seconadry_Watercolour_Horizontal.png">
            <a:extLst>
              <a:ext uri="{FF2B5EF4-FFF2-40B4-BE49-F238E27FC236}">
                <a16:creationId xmlns:a16="http://schemas.microsoft.com/office/drawing/2014/main" id="{F27ED0D6-A2BF-1C41-B15A-49F0E6EB4188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2665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84" r:id="rId8"/>
    <p:sldLayoutId id="2147484486" r:id="rId9"/>
    <p:sldLayoutId id="2147484711" r:id="rId10"/>
    <p:sldLayoutId id="2147484485" r:id="rId11"/>
    <p:sldLayoutId id="2147484475" r:id="rId12"/>
    <p:sldLayoutId id="2147484476" r:id="rId13"/>
    <p:sldLayoutId id="2147484477" r:id="rId14"/>
    <p:sldLayoutId id="2147484478" r:id="rId15"/>
    <p:sldLayoutId id="2147484479" r:id="rId16"/>
    <p:sldLayoutId id="2147484481" r:id="rId17"/>
    <p:sldLayoutId id="2147484482" r:id="rId18"/>
    <p:sldLayoutId id="2147484483" r:id="rId19"/>
    <p:sldLayoutId id="2147484487" r:id="rId20"/>
    <p:sldLayoutId id="2147484489" r:id="rId21"/>
    <p:sldLayoutId id="2147484490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00ACED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4456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Danone-_Danone_Logo_Seconadry_Watercolour_Horizontal.png">
            <a:extLst>
              <a:ext uri="{FF2B5EF4-FFF2-40B4-BE49-F238E27FC236}">
                <a16:creationId xmlns:a16="http://schemas.microsoft.com/office/drawing/2014/main" id="{1F1736D8-0D07-4992-285A-1690B440E957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7104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3" r:id="rId1"/>
    <p:sldLayoutId id="2147484674" r:id="rId2"/>
    <p:sldLayoutId id="2147484675" r:id="rId3"/>
    <p:sldLayoutId id="2147484676" r:id="rId4"/>
    <p:sldLayoutId id="2147484677" r:id="rId5"/>
    <p:sldLayoutId id="2147484678" r:id="rId6"/>
    <p:sldLayoutId id="2147484679" r:id="rId7"/>
    <p:sldLayoutId id="2147484690" r:id="rId8"/>
    <p:sldLayoutId id="2147484692" r:id="rId9"/>
    <p:sldLayoutId id="2147484686" r:id="rId10"/>
    <p:sldLayoutId id="2147484691" r:id="rId11"/>
    <p:sldLayoutId id="2147484681" r:id="rId12"/>
    <p:sldLayoutId id="2147484682" r:id="rId13"/>
    <p:sldLayoutId id="2147484683" r:id="rId14"/>
    <p:sldLayoutId id="2147484684" r:id="rId15"/>
    <p:sldLayoutId id="2147484685" r:id="rId16"/>
    <p:sldLayoutId id="2147484687" r:id="rId17"/>
    <p:sldLayoutId id="2147484688" r:id="rId18"/>
    <p:sldLayoutId id="2147484689" r:id="rId19"/>
    <p:sldLayoutId id="2147484693" r:id="rId20"/>
    <p:sldLayoutId id="2147484695" r:id="rId21"/>
    <p:sldLayoutId id="2147484696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chemeClr val="tx2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4456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Danone-_Danone_Logo_Seconadry_Watercolour_Horizontal.png">
            <a:extLst>
              <a:ext uri="{FF2B5EF4-FFF2-40B4-BE49-F238E27FC236}">
                <a16:creationId xmlns:a16="http://schemas.microsoft.com/office/drawing/2014/main" id="{67E76247-1052-27F7-3321-0463E61EDC3E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6362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2" r:id="rId1"/>
    <p:sldLayoutId id="2147484493" r:id="rId2"/>
    <p:sldLayoutId id="2147484494" r:id="rId3"/>
    <p:sldLayoutId id="2147484495" r:id="rId4"/>
    <p:sldLayoutId id="2147484496" r:id="rId5"/>
    <p:sldLayoutId id="2147484497" r:id="rId6"/>
    <p:sldLayoutId id="2147484498" r:id="rId7"/>
    <p:sldLayoutId id="2147484509" r:id="rId8"/>
    <p:sldLayoutId id="2147484511" r:id="rId9"/>
    <p:sldLayoutId id="2147484505" r:id="rId10"/>
    <p:sldLayoutId id="2147484703" r:id="rId11"/>
    <p:sldLayoutId id="2147484500" r:id="rId12"/>
    <p:sldLayoutId id="2147484501" r:id="rId13"/>
    <p:sldLayoutId id="2147484502" r:id="rId14"/>
    <p:sldLayoutId id="2147484503" r:id="rId15"/>
    <p:sldLayoutId id="2147484504" r:id="rId16"/>
    <p:sldLayoutId id="2147484506" r:id="rId17"/>
    <p:sldLayoutId id="2147484507" r:id="rId18"/>
    <p:sldLayoutId id="2147484508" r:id="rId19"/>
    <p:sldLayoutId id="2147484512" r:id="rId20"/>
    <p:sldLayoutId id="2147484514" r:id="rId21"/>
    <p:sldLayoutId id="2147484515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EF3340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54AD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4456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Danone-_Danone_Logo_Seconadry_Watercolour_Horizontal.png">
            <a:extLst>
              <a:ext uri="{FF2B5EF4-FFF2-40B4-BE49-F238E27FC236}">
                <a16:creationId xmlns:a16="http://schemas.microsoft.com/office/drawing/2014/main" id="{2A2C0E55-A613-6194-5767-6CCBFFDEB992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1932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17" r:id="rId1"/>
    <p:sldLayoutId id="2147484518" r:id="rId2"/>
    <p:sldLayoutId id="2147484519" r:id="rId3"/>
    <p:sldLayoutId id="2147484520" r:id="rId4"/>
    <p:sldLayoutId id="2147484521" r:id="rId5"/>
    <p:sldLayoutId id="2147484522" r:id="rId6"/>
    <p:sldLayoutId id="2147484523" r:id="rId7"/>
    <p:sldLayoutId id="2147484534" r:id="rId8"/>
    <p:sldLayoutId id="2147484536" r:id="rId9"/>
    <p:sldLayoutId id="2147484530" r:id="rId10"/>
    <p:sldLayoutId id="2147484704" r:id="rId11"/>
    <p:sldLayoutId id="2147484525" r:id="rId12"/>
    <p:sldLayoutId id="2147484526" r:id="rId13"/>
    <p:sldLayoutId id="2147484527" r:id="rId14"/>
    <p:sldLayoutId id="2147484528" r:id="rId15"/>
    <p:sldLayoutId id="2147484529" r:id="rId16"/>
    <p:sldLayoutId id="2147484531" r:id="rId17"/>
    <p:sldLayoutId id="2147484532" r:id="rId18"/>
    <p:sldLayoutId id="2147484533" r:id="rId19"/>
    <p:sldLayoutId id="2147484537" r:id="rId20"/>
    <p:sldLayoutId id="2147484539" r:id="rId21"/>
    <p:sldLayoutId id="2147484540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54AD18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  <p15:guide id="9" orient="horz" pos="3997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F888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4456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Danone-_Danone_Logo_Seconadry_Watercolour_Horizontal.png">
            <a:extLst>
              <a:ext uri="{FF2B5EF4-FFF2-40B4-BE49-F238E27FC236}">
                <a16:creationId xmlns:a16="http://schemas.microsoft.com/office/drawing/2014/main" id="{2354D1A3-7E07-43F0-909E-710488F9C11B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7385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2" r:id="rId1"/>
    <p:sldLayoutId id="2147484543" r:id="rId2"/>
    <p:sldLayoutId id="2147484544" r:id="rId3"/>
    <p:sldLayoutId id="2147484545" r:id="rId4"/>
    <p:sldLayoutId id="2147484546" r:id="rId5"/>
    <p:sldLayoutId id="2147484547" r:id="rId6"/>
    <p:sldLayoutId id="2147484548" r:id="rId7"/>
    <p:sldLayoutId id="2147484559" r:id="rId8"/>
    <p:sldLayoutId id="2147484561" r:id="rId9"/>
    <p:sldLayoutId id="2147484555" r:id="rId10"/>
    <p:sldLayoutId id="2147484705" r:id="rId11"/>
    <p:sldLayoutId id="2147484550" r:id="rId12"/>
    <p:sldLayoutId id="2147484551" r:id="rId13"/>
    <p:sldLayoutId id="2147484552" r:id="rId14"/>
    <p:sldLayoutId id="2147484553" r:id="rId15"/>
    <p:sldLayoutId id="2147484554" r:id="rId16"/>
    <p:sldLayoutId id="2147484556" r:id="rId17"/>
    <p:sldLayoutId id="2147484557" r:id="rId18"/>
    <p:sldLayoutId id="2147484558" r:id="rId19"/>
    <p:sldLayoutId id="2147484562" r:id="rId20"/>
    <p:sldLayoutId id="2147484564" r:id="rId21"/>
    <p:sldLayoutId id="2147484565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F88806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0084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4456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6"/>
            <a:ext cx="10837863" cy="46158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Danone-_Danone_Logo_Seconadry_Watercolour_Horizontal.png">
            <a:extLst>
              <a:ext uri="{FF2B5EF4-FFF2-40B4-BE49-F238E27FC236}">
                <a16:creationId xmlns:a16="http://schemas.microsoft.com/office/drawing/2014/main" id="{3DA8F93D-5D63-6199-8151-0A5EC859E3CF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6829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67" r:id="rId1"/>
    <p:sldLayoutId id="2147484568" r:id="rId2"/>
    <p:sldLayoutId id="2147484569" r:id="rId3"/>
    <p:sldLayoutId id="2147484570" r:id="rId4"/>
    <p:sldLayoutId id="2147484571" r:id="rId5"/>
    <p:sldLayoutId id="2147484572" r:id="rId6"/>
    <p:sldLayoutId id="2147484573" r:id="rId7"/>
    <p:sldLayoutId id="2147484584" r:id="rId8"/>
    <p:sldLayoutId id="2147484586" r:id="rId9"/>
    <p:sldLayoutId id="2147484580" r:id="rId10"/>
    <p:sldLayoutId id="2147484706" r:id="rId11"/>
    <p:sldLayoutId id="2147484575" r:id="rId12"/>
    <p:sldLayoutId id="2147484576" r:id="rId13"/>
    <p:sldLayoutId id="2147484577" r:id="rId14"/>
    <p:sldLayoutId id="2147484578" r:id="rId15"/>
    <p:sldLayoutId id="2147484579" r:id="rId16"/>
    <p:sldLayoutId id="2147484581" r:id="rId17"/>
    <p:sldLayoutId id="2147484582" r:id="rId18"/>
    <p:sldLayoutId id="2147484583" r:id="rId19"/>
    <p:sldLayoutId id="2147484587" r:id="rId20"/>
    <p:sldLayoutId id="2147484589" r:id="rId21"/>
    <p:sldLayoutId id="2147484590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00843D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504030202020204" pitchFamily="3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504030202020204" pitchFamily="3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4456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subheader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Use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‘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Indent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’ button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for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</a:t>
            </a:r>
            <a:r>
              <a:rPr lang="nl-NL" sz="80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text</a:t>
            </a:r>
            <a:r>
              <a:rPr lang="nl-NL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830997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</a:rPr>
              <a:t>Click 'Reset Slide' button to revert the slide to its original layout &amp; font</a:t>
            </a:r>
            <a:endParaRPr lang="nl-NL" sz="80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504030202020204" pitchFamily="3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561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Danone-_Danone_Logo_Seconadry_Watercolour_Horizontal.png">
            <a:extLst>
              <a:ext uri="{FF2B5EF4-FFF2-40B4-BE49-F238E27FC236}">
                <a16:creationId xmlns:a16="http://schemas.microsoft.com/office/drawing/2014/main" id="{EFCA7AE0-E898-144D-1803-4C625236D6F8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5165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0" r:id="rId1"/>
    <p:sldLayoutId id="2147484441" r:id="rId2"/>
    <p:sldLayoutId id="2147484442" r:id="rId3"/>
    <p:sldLayoutId id="2147484443" r:id="rId4"/>
    <p:sldLayoutId id="2147484444" r:id="rId5"/>
    <p:sldLayoutId id="2147484445" r:id="rId6"/>
    <p:sldLayoutId id="2147484446" r:id="rId7"/>
    <p:sldLayoutId id="2147484457" r:id="rId8"/>
    <p:sldLayoutId id="2147484459" r:id="rId9"/>
    <p:sldLayoutId id="2147484453" r:id="rId10"/>
    <p:sldLayoutId id="2147484707" r:id="rId11"/>
    <p:sldLayoutId id="2147484448" r:id="rId12"/>
    <p:sldLayoutId id="2147484449" r:id="rId13"/>
    <p:sldLayoutId id="2147484450" r:id="rId14"/>
    <p:sldLayoutId id="2147484451" r:id="rId15"/>
    <p:sldLayoutId id="2147484452" r:id="rId16"/>
    <p:sldLayoutId id="2147484454" r:id="rId17"/>
    <p:sldLayoutId id="2147484455" r:id="rId18"/>
    <p:sldLayoutId id="2147484456" r:id="rId19"/>
    <p:sldLayoutId id="2147484460" r:id="rId20"/>
    <p:sldLayoutId id="2147484462" r:id="rId21"/>
    <p:sldLayoutId id="2147484463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chemeClr val="accent4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 userDrawn="1">
          <p15:clr>
            <a:srgbClr val="F26B43"/>
          </p15:clr>
        </p15:guide>
        <p15:guide id="2" orient="horz" pos="255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7197" userDrawn="1">
          <p15:clr>
            <a:srgbClr val="F26B43"/>
          </p15:clr>
        </p15:guide>
        <p15:guide id="6" orient="horz" pos="699" userDrawn="1">
          <p15:clr>
            <a:srgbClr val="F26B43"/>
          </p15:clr>
        </p15:guide>
        <p15:guide id="7" orient="horz" pos="935" userDrawn="1">
          <p15:clr>
            <a:srgbClr val="F26B43"/>
          </p15:clr>
        </p15:guide>
        <p15:guide id="8" orient="horz" pos="1071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57BA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4456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561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Danone-_Danone_Logo_Seconadry_Watercolour_Horizontal.png">
            <a:extLst>
              <a:ext uri="{FF2B5EF4-FFF2-40B4-BE49-F238E27FC236}">
                <a16:creationId xmlns:a16="http://schemas.microsoft.com/office/drawing/2014/main" id="{B232DDF2-7B08-A8AF-9315-07AD77DE304E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139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593" r:id="rId2"/>
    <p:sldLayoutId id="2147484594" r:id="rId3"/>
    <p:sldLayoutId id="2147484595" r:id="rId4"/>
    <p:sldLayoutId id="2147484596" r:id="rId5"/>
    <p:sldLayoutId id="2147484597" r:id="rId6"/>
    <p:sldLayoutId id="2147484598" r:id="rId7"/>
    <p:sldLayoutId id="2147484609" r:id="rId8"/>
    <p:sldLayoutId id="2147484611" r:id="rId9"/>
    <p:sldLayoutId id="2147484605" r:id="rId10"/>
    <p:sldLayoutId id="2147484708" r:id="rId11"/>
    <p:sldLayoutId id="2147484600" r:id="rId12"/>
    <p:sldLayoutId id="2147484601" r:id="rId13"/>
    <p:sldLayoutId id="2147484602" r:id="rId14"/>
    <p:sldLayoutId id="2147484603" r:id="rId15"/>
    <p:sldLayoutId id="2147484604" r:id="rId16"/>
    <p:sldLayoutId id="2147484606" r:id="rId17"/>
    <p:sldLayoutId id="2147484607" r:id="rId18"/>
    <p:sldLayoutId id="2147484608" r:id="rId19"/>
    <p:sldLayoutId id="2147484612" r:id="rId20"/>
    <p:sldLayoutId id="2147484614" r:id="rId21"/>
    <p:sldLayoutId id="2147484615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chemeClr val="accent6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FFB2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4456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450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Danone-_Danone_Logo_Seconadry_Watercolour_Horizontal.png">
            <a:extLst>
              <a:ext uri="{FF2B5EF4-FFF2-40B4-BE49-F238E27FC236}">
                <a16:creationId xmlns:a16="http://schemas.microsoft.com/office/drawing/2014/main" id="{058A3623-178E-C9B6-9DD3-EE08F5AD89A7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9000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7" r:id="rId1"/>
    <p:sldLayoutId id="2147484618" r:id="rId2"/>
    <p:sldLayoutId id="2147484619" r:id="rId3"/>
    <p:sldLayoutId id="2147484620" r:id="rId4"/>
    <p:sldLayoutId id="2147484621" r:id="rId5"/>
    <p:sldLayoutId id="2147484622" r:id="rId6"/>
    <p:sldLayoutId id="2147484623" r:id="rId7"/>
    <p:sldLayoutId id="2147484634" r:id="rId8"/>
    <p:sldLayoutId id="2147484636" r:id="rId9"/>
    <p:sldLayoutId id="2147484630" r:id="rId10"/>
    <p:sldLayoutId id="2147484709" r:id="rId11"/>
    <p:sldLayoutId id="2147484625" r:id="rId12"/>
    <p:sldLayoutId id="2147484626" r:id="rId13"/>
    <p:sldLayoutId id="2147484627" r:id="rId14"/>
    <p:sldLayoutId id="2147484628" r:id="rId15"/>
    <p:sldLayoutId id="2147484629" r:id="rId16"/>
    <p:sldLayoutId id="2147484631" r:id="rId17"/>
    <p:sldLayoutId id="2147484632" r:id="rId18"/>
    <p:sldLayoutId id="2147484633" r:id="rId19"/>
    <p:sldLayoutId id="2147484637" r:id="rId20"/>
    <p:sldLayoutId id="2147484639" r:id="rId21"/>
    <p:sldLayoutId id="2147484640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FFB2BE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lp 1">
            <a:extLst>
              <a:ext uri="{FF2B5EF4-FFF2-40B4-BE49-F238E27FC236}">
                <a16:creationId xmlns:a16="http://schemas.microsoft.com/office/drawing/2014/main" id="{BE6B6287-9E50-CCDF-5D4E-0EF12779CD5A}"/>
              </a:ext>
            </a:extLst>
          </p:cNvPr>
          <p:cNvSpPr>
            <a:spLocks/>
          </p:cNvSpPr>
          <p:nvPr userDrawn="1"/>
        </p:nvSpPr>
        <p:spPr>
          <a:xfrm>
            <a:off x="12281626" y="2565121"/>
            <a:ext cx="662152" cy="1137668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grpSp>
        <p:nvGrpSpPr>
          <p:cNvPr id="29" name="Help 2">
            <a:extLst>
              <a:ext uri="{FF2B5EF4-FFF2-40B4-BE49-F238E27FC236}">
                <a16:creationId xmlns:a16="http://schemas.microsoft.com/office/drawing/2014/main" id="{1AD18D16-9895-2891-B9BA-E1363F5BC888}"/>
              </a:ext>
            </a:extLst>
          </p:cNvPr>
          <p:cNvGrpSpPr>
            <a:grpSpLocks/>
          </p:cNvGrpSpPr>
          <p:nvPr userDrawn="1"/>
        </p:nvGrpSpPr>
        <p:grpSpPr>
          <a:xfrm>
            <a:off x="12490451" y="2650536"/>
            <a:ext cx="244503" cy="193029"/>
            <a:chOff x="1106777" y="3368051"/>
            <a:chExt cx="244503" cy="193029"/>
          </a:xfrm>
        </p:grpSpPr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53915F8E-1B3E-2B00-9505-532630ECF430}"/>
                </a:ext>
              </a:extLst>
            </p:cNvPr>
            <p:cNvSpPr>
              <a:spLocks/>
            </p:cNvSpPr>
            <p:nvPr userDrawn="1"/>
          </p:nvSpPr>
          <p:spPr>
            <a:xfrm>
              <a:off x="1106777" y="3368051"/>
              <a:ext cx="244503" cy="193029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5C24D2CD-22EC-479D-C3BA-6F5252B18B2C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783" y="3387922"/>
              <a:ext cx="205200" cy="360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7DEE20F0-B224-2F20-D69D-069B746D87B1}"/>
                </a:ext>
              </a:extLst>
            </p:cNvPr>
            <p:cNvSpPr>
              <a:spLocks/>
            </p:cNvSpPr>
            <p:nvPr userDrawn="1"/>
          </p:nvSpPr>
          <p:spPr>
            <a:xfrm>
              <a:off x="1127419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A8B4C75F-1B57-F807-3C45-04A54D0E3C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511" y="3446174"/>
              <a:ext cx="91449" cy="92046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>
                <a:latin typeface="Danone One Condensed" panose="020B0604020202020204" charset="0"/>
                <a:cs typeface="Danone One Condensed" panose="020B0604020202020204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F17B94-7B9B-1800-4DE2-C1ACCD3CEEA7}"/>
              </a:ext>
            </a:extLst>
          </p:cNvPr>
          <p:cNvSpPr>
            <a:spLocks/>
          </p:cNvSpPr>
          <p:nvPr userDrawn="1"/>
        </p:nvSpPr>
        <p:spPr>
          <a:xfrm>
            <a:off x="11568113" y="0"/>
            <a:ext cx="623887" cy="6858000"/>
          </a:xfrm>
          <a:prstGeom prst="rect">
            <a:avLst/>
          </a:prstGeom>
          <a:solidFill>
            <a:srgbClr val="F3D0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latin typeface="Danone One Light" panose="020B0304030202020204" pitchFamily="34" charset="0"/>
            </a:endParaRP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C1419168-6E2B-4091-B56E-62458E248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924439" y="3177869"/>
            <a:ext cx="5911238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lang="en-GB" sz="1400" b="1" kern="1200" cap="all" baseline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843B3D-3053-4902-9B52-01C9D06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413911"/>
            <a:ext cx="10837863" cy="12863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br>
              <a:rPr lang="en-US" dirty="0"/>
            </a:br>
            <a:endParaRPr lang="en-GB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86356DE-A5C1-43D7-A344-BB9F8CCBC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7492" y="6374456"/>
            <a:ext cx="365127" cy="365125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lang="en-GB" sz="1400" b="1" kern="1200" smtClean="0">
                <a:solidFill>
                  <a:schemeClr val="bg1"/>
                </a:solidFill>
                <a:latin typeface="Danone One Condensed" panose="020B0504030202020204" pitchFamily="34" charset="0"/>
                <a:ea typeface="+mn-ea"/>
                <a:cs typeface="Danone One Condensed" panose="020B0604020202020204" charset="0"/>
              </a:defRPr>
            </a:lvl1pPr>
          </a:lstStyle>
          <a:p>
            <a:fld id="{B5F9A4F6-7BA3-4126-88A5-A8B8CE7104E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Help 3">
            <a:extLst>
              <a:ext uri="{FF2B5EF4-FFF2-40B4-BE49-F238E27FC236}">
                <a16:creationId xmlns:a16="http://schemas.microsoft.com/office/drawing/2014/main" id="{9DB1DCFC-9BCA-EBDA-0585-1003029BEA6E}"/>
              </a:ext>
            </a:extLst>
          </p:cNvPr>
          <p:cNvSpPr>
            <a:spLocks/>
          </p:cNvSpPr>
          <p:nvPr userDrawn="1"/>
        </p:nvSpPr>
        <p:spPr>
          <a:xfrm>
            <a:off x="12281626" y="404812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2" name="Help 4">
            <a:extLst>
              <a:ext uri="{FF2B5EF4-FFF2-40B4-BE49-F238E27FC236}">
                <a16:creationId xmlns:a16="http://schemas.microsoft.com/office/drawing/2014/main" id="{B3D5030C-885B-F629-F4E9-E61F99E6FDE0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486008"/>
            <a:ext cx="182914" cy="182914"/>
          </a:xfrm>
          <a:prstGeom prst="rect">
            <a:avLst/>
          </a:prstGeom>
          <a:effectLst/>
        </p:spPr>
      </p:pic>
      <p:sp>
        <p:nvSpPr>
          <p:cNvPr id="13" name="Help 5">
            <a:extLst>
              <a:ext uri="{FF2B5EF4-FFF2-40B4-BE49-F238E27FC236}">
                <a16:creationId xmlns:a16="http://schemas.microsoft.com/office/drawing/2014/main" id="{8552FF66-2AD2-5B74-1833-D42A2A96150A}"/>
              </a:ext>
            </a:extLst>
          </p:cNvPr>
          <p:cNvSpPr txBox="1">
            <a:spLocks/>
          </p:cNvSpPr>
          <p:nvPr userDrawn="1"/>
        </p:nvSpPr>
        <p:spPr>
          <a:xfrm>
            <a:off x="12229075" y="711483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subheader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14" name="Help 6">
            <a:extLst>
              <a:ext uri="{FF2B5EF4-FFF2-40B4-BE49-F238E27FC236}">
                <a16:creationId xmlns:a16="http://schemas.microsoft.com/office/drawing/2014/main" id="{629C18CC-DEC8-1668-007B-0EF057087045}"/>
              </a:ext>
            </a:extLst>
          </p:cNvPr>
          <p:cNvSpPr>
            <a:spLocks/>
          </p:cNvSpPr>
          <p:nvPr userDrawn="1"/>
        </p:nvSpPr>
        <p:spPr>
          <a:xfrm>
            <a:off x="12281626" y="1704326"/>
            <a:ext cx="662152" cy="804563"/>
          </a:xfrm>
          <a:prstGeom prst="rect">
            <a:avLst/>
          </a:prstGeom>
          <a:solidFill>
            <a:srgbClr val="F7F7F7"/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pic>
        <p:nvPicPr>
          <p:cNvPr id="15" name="Help 7">
            <a:extLst>
              <a:ext uri="{FF2B5EF4-FFF2-40B4-BE49-F238E27FC236}">
                <a16:creationId xmlns:a16="http://schemas.microsoft.com/office/drawing/2014/main" id="{817222B0-52F7-D4EF-8F2F-54074EAC778D}"/>
              </a:ext>
            </a:extLst>
          </p:cNvPr>
          <p:cNvPicPr>
            <a:picLocks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21245" y="1785522"/>
            <a:ext cx="182914" cy="182914"/>
          </a:xfrm>
          <a:prstGeom prst="rect">
            <a:avLst/>
          </a:prstGeom>
          <a:effectLst/>
        </p:spPr>
      </p:pic>
      <p:sp>
        <p:nvSpPr>
          <p:cNvPr id="16" name="Help 8">
            <a:extLst>
              <a:ext uri="{FF2B5EF4-FFF2-40B4-BE49-F238E27FC236}">
                <a16:creationId xmlns:a16="http://schemas.microsoft.com/office/drawing/2014/main" id="{55FA3897-A4C1-CFD7-A6C3-5DEB6907FDDF}"/>
              </a:ext>
            </a:extLst>
          </p:cNvPr>
          <p:cNvSpPr txBox="1">
            <a:spLocks/>
          </p:cNvSpPr>
          <p:nvPr userDrawn="1"/>
        </p:nvSpPr>
        <p:spPr>
          <a:xfrm>
            <a:off x="12229075" y="2010997"/>
            <a:ext cx="7672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Use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‘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Indent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’ button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for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</a:t>
            </a:r>
            <a:r>
              <a:rPr lang="nl-NL" sz="750" dirty="0" err="1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text</a:t>
            </a:r>
            <a:r>
              <a:rPr lang="nl-NL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 formats</a:t>
            </a:r>
          </a:p>
        </p:txBody>
      </p:sp>
      <p:sp>
        <p:nvSpPr>
          <p:cNvPr id="18" name="Help 9">
            <a:extLst>
              <a:ext uri="{FF2B5EF4-FFF2-40B4-BE49-F238E27FC236}">
                <a16:creationId xmlns:a16="http://schemas.microsoft.com/office/drawing/2014/main" id="{A52C1A8E-30CE-9B12-BD16-07D41C1EBF31}"/>
              </a:ext>
            </a:extLst>
          </p:cNvPr>
          <p:cNvSpPr txBox="1">
            <a:spLocks/>
          </p:cNvSpPr>
          <p:nvPr userDrawn="1"/>
        </p:nvSpPr>
        <p:spPr>
          <a:xfrm>
            <a:off x="12229075" y="2871792"/>
            <a:ext cx="767255" cy="784830"/>
          </a:xfrm>
          <a:prstGeom prst="rect">
            <a:avLst/>
          </a:prstGeom>
          <a:noFill/>
        </p:spPr>
        <p:txBody>
          <a:bodyPr wrap="square" lIns="90000" rIns="90000" rtlCol="0">
            <a:spAutoFit/>
          </a:bodyPr>
          <a:lstStyle/>
          <a:p>
            <a:pPr algn="ctr"/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Danone One Condensed" panose="020B0604020202020204" charset="0"/>
                <a:cs typeface="Danone One Condensed" panose="020B0604020202020204" charset="0"/>
              </a:rPr>
              <a:t>Click 'Reset Slide' button to revert the slide to its original layout &amp; font</a:t>
            </a:r>
            <a:endParaRPr lang="nl-NL" sz="750" dirty="0">
              <a:solidFill>
                <a:schemeClr val="bg1">
                  <a:lumMod val="50000"/>
                </a:schemeClr>
              </a:solidFill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0" name="Help 10">
            <a:extLst>
              <a:ext uri="{FF2B5EF4-FFF2-40B4-BE49-F238E27FC236}">
                <a16:creationId xmlns:a16="http://schemas.microsoft.com/office/drawing/2014/main" id="{9CA6294B-2934-AC11-7EC7-8AC31CE7CDBC}"/>
              </a:ext>
            </a:extLst>
          </p:cNvPr>
          <p:cNvSpPr>
            <a:spLocks/>
          </p:cNvSpPr>
          <p:nvPr userDrawn="1"/>
        </p:nvSpPr>
        <p:spPr>
          <a:xfrm>
            <a:off x="12405904" y="2615364"/>
            <a:ext cx="157714" cy="147789"/>
          </a:xfrm>
          <a:custGeom>
            <a:avLst/>
            <a:gdLst>
              <a:gd name="connsiteX0" fmla="*/ 17548 w 964556"/>
              <a:gd name="connsiteY0" fmla="*/ 303151 h 903864"/>
              <a:gd name="connsiteX1" fmla="*/ 218398 w 964556"/>
              <a:gd name="connsiteY1" fmla="*/ 504000 h 903864"/>
              <a:gd name="connsiteX2" fmla="*/ 303123 w 964556"/>
              <a:gd name="connsiteY2" fmla="*/ 504000 h 903864"/>
              <a:gd name="connsiteX3" fmla="*/ 303123 w 964556"/>
              <a:gd name="connsiteY3" fmla="*/ 419255 h 903864"/>
              <a:gd name="connsiteX4" fmla="*/ 242077 w 964556"/>
              <a:gd name="connsiteY4" fmla="*/ 358208 h 903864"/>
              <a:gd name="connsiteX5" fmla="*/ 920727 w 964556"/>
              <a:gd name="connsiteY5" fmla="*/ 894965 h 903864"/>
              <a:gd name="connsiteX6" fmla="*/ 938296 w 964556"/>
              <a:gd name="connsiteY6" fmla="*/ 897860 h 903864"/>
              <a:gd name="connsiteX7" fmla="*/ 386985 w 964556"/>
              <a:gd name="connsiteY7" fmla="*/ 170183 h 903864"/>
              <a:gd name="connsiteX8" fmla="*/ 248931 w 964556"/>
              <a:gd name="connsiteY8" fmla="*/ 156494 h 903864"/>
              <a:gd name="connsiteX9" fmla="*/ 303144 w 964556"/>
              <a:gd name="connsiteY9" fmla="*/ 102282 h 903864"/>
              <a:gd name="connsiteX10" fmla="*/ 303144 w 964556"/>
              <a:gd name="connsiteY10" fmla="*/ 17556 h 903864"/>
              <a:gd name="connsiteX11" fmla="*/ 218418 w 964556"/>
              <a:gd name="connsiteY11" fmla="*/ 17556 h 903864"/>
              <a:gd name="connsiteX12" fmla="*/ 17548 w 964556"/>
              <a:gd name="connsiteY12" fmla="*/ 218425 h 903864"/>
              <a:gd name="connsiteX13" fmla="*/ 17548 w 964556"/>
              <a:gd name="connsiteY13" fmla="*/ 303151 h 903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64556" h="903864">
                <a:moveTo>
                  <a:pt x="17548" y="303151"/>
                </a:moveTo>
                <a:lnTo>
                  <a:pt x="218398" y="504000"/>
                </a:lnTo>
                <a:cubicBezTo>
                  <a:pt x="241795" y="527398"/>
                  <a:pt x="279726" y="527398"/>
                  <a:pt x="303123" y="504000"/>
                </a:cubicBezTo>
                <a:cubicBezTo>
                  <a:pt x="326521" y="480603"/>
                  <a:pt x="326521" y="442652"/>
                  <a:pt x="303123" y="419255"/>
                </a:cubicBezTo>
                <a:lnTo>
                  <a:pt x="242077" y="358208"/>
                </a:lnTo>
                <a:cubicBezTo>
                  <a:pt x="651816" y="338046"/>
                  <a:pt x="918255" y="613069"/>
                  <a:pt x="920727" y="894965"/>
                </a:cubicBezTo>
                <a:cubicBezTo>
                  <a:pt x="920808" y="905157"/>
                  <a:pt x="935120" y="907227"/>
                  <a:pt x="938296" y="897860"/>
                </a:cubicBezTo>
                <a:cubicBezTo>
                  <a:pt x="1037233" y="604807"/>
                  <a:pt x="857288" y="236737"/>
                  <a:pt x="386985" y="170183"/>
                </a:cubicBezTo>
                <a:cubicBezTo>
                  <a:pt x="341436" y="164253"/>
                  <a:pt x="295364" y="159750"/>
                  <a:pt x="248931" y="156494"/>
                </a:cubicBezTo>
                <a:lnTo>
                  <a:pt x="303144" y="102282"/>
                </a:lnTo>
                <a:cubicBezTo>
                  <a:pt x="326541" y="78884"/>
                  <a:pt x="326541" y="40933"/>
                  <a:pt x="303144" y="17556"/>
                </a:cubicBezTo>
                <a:cubicBezTo>
                  <a:pt x="279746" y="-5842"/>
                  <a:pt x="241815" y="-5862"/>
                  <a:pt x="218418" y="17556"/>
                </a:cubicBezTo>
                <a:lnTo>
                  <a:pt x="17548" y="218425"/>
                </a:lnTo>
                <a:cubicBezTo>
                  <a:pt x="-5849" y="241803"/>
                  <a:pt x="-5849" y="279753"/>
                  <a:pt x="17548" y="303151"/>
                </a:cubicBezTo>
                <a:close/>
              </a:path>
            </a:pathLst>
          </a:custGeom>
          <a:solidFill>
            <a:srgbClr val="005EB8"/>
          </a:solidFill>
          <a:ln w="6350" cap="flat">
            <a:solidFill>
              <a:srgbClr val="F7F7F7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nl-NL" dirty="0">
              <a:latin typeface="Danone One Condensed" panose="020B0604020202020204" charset="0"/>
              <a:cs typeface="Danone One Condensed" panose="020B0604020202020204" charset="0"/>
            </a:endParaRPr>
          </a:p>
        </p:txBody>
      </p:sp>
      <p:sp>
        <p:nvSpPr>
          <p:cNvPr id="31" name="Help 11">
            <a:extLst>
              <a:ext uri="{FF2B5EF4-FFF2-40B4-BE49-F238E27FC236}">
                <a16:creationId xmlns:a16="http://schemas.microsoft.com/office/drawing/2014/main" id="{0A9CB9C2-2C64-E3DF-0540-70EE0B8729FC}"/>
              </a:ext>
            </a:extLst>
          </p:cNvPr>
          <p:cNvSpPr>
            <a:spLocks/>
          </p:cNvSpPr>
          <p:nvPr userDrawn="1"/>
        </p:nvSpPr>
        <p:spPr>
          <a:xfrm>
            <a:off x="12281626" y="263342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2" name="Help 12">
            <a:extLst>
              <a:ext uri="{FF2B5EF4-FFF2-40B4-BE49-F238E27FC236}">
                <a16:creationId xmlns:a16="http://schemas.microsoft.com/office/drawing/2014/main" id="{73D3FDBB-D1F2-C04A-2305-FAF331CF513D}"/>
              </a:ext>
            </a:extLst>
          </p:cNvPr>
          <p:cNvSpPr>
            <a:spLocks/>
          </p:cNvSpPr>
          <p:nvPr userDrawn="1"/>
        </p:nvSpPr>
        <p:spPr>
          <a:xfrm>
            <a:off x="12281626" y="1562334"/>
            <a:ext cx="662152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nl-NL" sz="700" b="1" dirty="0">
                <a:solidFill>
                  <a:srgbClr val="F7F7F7"/>
                </a:solidFill>
                <a:latin typeface="Danone One Condensed" panose="020B0604020202020204" charset="0"/>
                <a:cs typeface="Danone One Condensed" panose="020B0604020202020204" charset="0"/>
              </a:rPr>
              <a:t>HOME TAB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E3D173-1487-4376-B48E-24FF30D72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700215"/>
            <a:ext cx="10837863" cy="46158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Danone-_Danone_Logo_Seconadry_Watercolour_Horizontal.png">
            <a:extLst>
              <a:ext uri="{FF2B5EF4-FFF2-40B4-BE49-F238E27FC236}">
                <a16:creationId xmlns:a16="http://schemas.microsoft.com/office/drawing/2014/main" id="{50369BEE-2A44-2634-24F2-88BD885FFDC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88" y="6448660"/>
            <a:ext cx="1033168" cy="31031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045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2" r:id="rId1"/>
    <p:sldLayoutId id="2147484643" r:id="rId2"/>
    <p:sldLayoutId id="2147484644" r:id="rId3"/>
    <p:sldLayoutId id="2147484645" r:id="rId4"/>
    <p:sldLayoutId id="2147484646" r:id="rId5"/>
    <p:sldLayoutId id="2147484647" r:id="rId6"/>
    <p:sldLayoutId id="2147484648" r:id="rId7"/>
    <p:sldLayoutId id="2147484659" r:id="rId8"/>
    <p:sldLayoutId id="2147484661" r:id="rId9"/>
    <p:sldLayoutId id="2147484655" r:id="rId10"/>
    <p:sldLayoutId id="2147484710" r:id="rId11"/>
    <p:sldLayoutId id="2147484650" r:id="rId12"/>
    <p:sldLayoutId id="2147484651" r:id="rId13"/>
    <p:sldLayoutId id="2147484652" r:id="rId14"/>
    <p:sldLayoutId id="2147484653" r:id="rId15"/>
    <p:sldLayoutId id="2147484654" r:id="rId16"/>
    <p:sldLayoutId id="2147484656" r:id="rId17"/>
    <p:sldLayoutId id="2147484657" r:id="rId18"/>
    <p:sldLayoutId id="2147484658" r:id="rId19"/>
    <p:sldLayoutId id="2147484662" r:id="rId20"/>
    <p:sldLayoutId id="2147484664" r:id="rId21"/>
    <p:sldLayoutId id="2147484665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 cap="all" baseline="0">
          <a:solidFill>
            <a:schemeClr val="tx1"/>
          </a:solidFill>
          <a:latin typeface="Danone One Condensed" panose="020B0504030202020204" pitchFamily="34" charset="0"/>
          <a:ea typeface="Danone One Condensed" panose="020B060402020202020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Danone One Light" panose="020B0304030202020204" pitchFamily="34" charset="0"/>
        <a:buNone/>
        <a:defRPr sz="2000" b="1" kern="1200" cap="all" baseline="0">
          <a:solidFill>
            <a:srgbClr val="F3D03E"/>
          </a:solidFill>
          <a:latin typeface="Danone One Condensed" panose="020B0504030202020204" pitchFamily="34" charset="0"/>
          <a:ea typeface="Danone One Condensed" panose="020B0604020202020204" charset="0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8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None/>
        <a:defRPr sz="1600" kern="1200">
          <a:solidFill>
            <a:schemeClr val="tx1"/>
          </a:solidFill>
          <a:latin typeface="Danone One" panose="020B0504030202020204" pitchFamily="34" charset="0"/>
          <a:ea typeface="Danone One" panose="020B0604020202020204" charset="0"/>
          <a:cs typeface="+mn-cs"/>
        </a:defRPr>
      </a:lvl3pPr>
      <a:lvl4pPr marL="179388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4pPr>
      <a:lvl5pPr marL="358775" indent="-179388" algn="l" defTabSz="914400" rtl="0" eaLnBrk="1" latinLnBrk="0" hangingPunct="1">
        <a:lnSpc>
          <a:spcPct val="100000"/>
        </a:lnSpc>
        <a:spcBef>
          <a:spcPts val="500"/>
        </a:spcBef>
        <a:buFont typeface="Danone One Light" panose="020B0304030202020204" pitchFamily="34" charset="0"/>
        <a:buChar char="-"/>
        <a:defRPr sz="1600" kern="1200">
          <a:solidFill>
            <a:schemeClr val="tx1"/>
          </a:solidFill>
          <a:latin typeface="Danone One Light" panose="020B0304030202020204" pitchFamily="34" charset="0"/>
          <a:ea typeface="Danone One" panose="020B060402020202020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Danone One Light" panose="020B030403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>
          <p15:clr>
            <a:srgbClr val="F26B43"/>
          </p15:clr>
        </p15:guide>
        <p15:guide id="2" orient="horz" pos="255">
          <p15:clr>
            <a:srgbClr val="F26B43"/>
          </p15:clr>
        </p15:guide>
        <p15:guide id="3" pos="370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7197">
          <p15:clr>
            <a:srgbClr val="F26B43"/>
          </p15:clr>
        </p15:guide>
        <p15:guide id="6" orient="horz" pos="699">
          <p15:clr>
            <a:srgbClr val="F26B43"/>
          </p15:clr>
        </p15:guide>
        <p15:guide id="7" orient="horz" pos="935">
          <p15:clr>
            <a:srgbClr val="F26B43"/>
          </p15:clr>
        </p15:guide>
        <p15:guide id="8" orient="horz" pos="107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urldefense.com/v3/__https:/author-p72053-e643882.adobeaemcloud.com/linkshare.html?sh=a2f84637_1ccd_439b_9e08_8debf588d17a.dsj3UZ6aS-FWKmc6czdyli_8b2dLIt1cZlp3faywrlQ__;!!OUGTln_Lrg!Wg2WCvppjb4G8_4FhWRVH9-JwdHKMq0bmVjuiClp_mWY3YkCJcIsh-ab1HtIXPBIsKqb07IwwqnC1RR9SJ0$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0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0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4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4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6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6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9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9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8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4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4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B4D72-829A-0867-E7F7-9860622BB2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052" y="1109663"/>
            <a:ext cx="4779962" cy="946107"/>
          </a:xfrm>
        </p:spPr>
        <p:txBody>
          <a:bodyPr>
            <a:normAutofit/>
          </a:bodyPr>
          <a:lstStyle/>
          <a:p>
            <a:r>
              <a:rPr lang="en-US" dirty="0"/>
              <a:t>Date or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B6AB1-FF8B-9C08-378C-A4816661F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4000" y="1705245"/>
            <a:ext cx="6984000" cy="3867075"/>
          </a:xfrm>
        </p:spPr>
        <p:txBody>
          <a:bodyPr/>
          <a:lstStyle/>
          <a:p>
            <a:r>
              <a:rPr lang="en-GB" dirty="0"/>
              <a:t>OPENING </a:t>
            </a:r>
            <a:br>
              <a:rPr lang="en-GB" dirty="0"/>
            </a:br>
            <a:r>
              <a:rPr lang="en-GB" dirty="0"/>
              <a:t>SLIDE 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8112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672AD76E-0AFD-2BD8-3DF4-8FF39B34EF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2052" y="1109663"/>
            <a:ext cx="4779962" cy="946107"/>
          </a:xfrm>
        </p:spPr>
        <p:txBody>
          <a:bodyPr/>
          <a:lstStyle/>
          <a:p>
            <a:r>
              <a:rPr lang="en-US" dirty="0"/>
              <a:t>Date or subtitle</a:t>
            </a:r>
          </a:p>
          <a:p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17D4B34-8441-9597-A9FC-6A669771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4000" y="1705245"/>
            <a:ext cx="6984000" cy="3867075"/>
          </a:xfrm>
        </p:spPr>
        <p:txBody>
          <a:bodyPr/>
          <a:lstStyle/>
          <a:p>
            <a:r>
              <a:rPr lang="en-GB" dirty="0"/>
              <a:t>OPENING </a:t>
            </a:r>
            <a:br>
              <a:rPr lang="en-GB" dirty="0"/>
            </a:br>
            <a:r>
              <a:rPr lang="en-GB" dirty="0"/>
              <a:t>SLIDE 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0781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DC58B753-178F-CBFE-EC0A-A456A00039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Date or subtitle</a:t>
            </a:r>
          </a:p>
          <a:p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D0F4414-9133-A23F-B5A7-9C79BA4B5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050" y="1736726"/>
            <a:ext cx="6842125" cy="3492500"/>
          </a:xfrm>
        </p:spPr>
        <p:txBody>
          <a:bodyPr/>
          <a:lstStyle/>
          <a:p>
            <a:r>
              <a:rPr lang="en-GB" dirty="0"/>
              <a:t>OPENING SLIDE title, square format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25771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BFBA2F8-C828-EFE6-5BAA-DE73D5A8A9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5050" y="6134472"/>
            <a:ext cx="7850187" cy="471055"/>
          </a:xfrm>
        </p:spPr>
        <p:txBody>
          <a:bodyPr>
            <a:normAutofit/>
          </a:bodyPr>
          <a:lstStyle/>
          <a:p>
            <a:r>
              <a:rPr lang="en-GB" dirty="0"/>
              <a:t>Date or subtitle</a:t>
            </a:r>
          </a:p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54346A-6E66-06DE-B11D-B9A61D126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049" y="4403321"/>
            <a:ext cx="7993063" cy="1089097"/>
          </a:xfrm>
        </p:spPr>
        <p:txBody>
          <a:bodyPr anchor="t">
            <a:noAutofit/>
          </a:bodyPr>
          <a:lstStyle/>
          <a:p>
            <a:r>
              <a:rPr lang="en-GB" dirty="0"/>
              <a:t>OPENING SLIDE title, square format</a:t>
            </a:r>
          </a:p>
        </p:txBody>
      </p:sp>
      <p:pic>
        <p:nvPicPr>
          <p:cNvPr id="8" name="Tijdelijke aanduiding voor afbeelding 20">
            <a:extLst>
              <a:ext uri="{FF2B5EF4-FFF2-40B4-BE49-F238E27FC236}">
                <a16:creationId xmlns:a16="http://schemas.microsoft.com/office/drawing/2014/main" id="{D42FAADA-A016-AFEF-B018-4D417001A91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" r="24"/>
          <a:stretch/>
        </p:blipFill>
        <p:spPr>
          <a:xfrm>
            <a:off x="2892571" y="0"/>
            <a:ext cx="9299429" cy="4221163"/>
          </a:xfrm>
        </p:spPr>
      </p:pic>
    </p:spTree>
    <p:extLst>
      <p:ext uri="{BB962C8B-B14F-4D97-AF65-F5344CB8AC3E}">
        <p14:creationId xmlns:p14="http://schemas.microsoft.com/office/powerpoint/2010/main" val="90468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20" descr="A group of people holding a globe&#10;&#10;Description automatically generated">
            <a:extLst>
              <a:ext uri="{FF2B5EF4-FFF2-40B4-BE49-F238E27FC236}">
                <a16:creationId xmlns:a16="http://schemas.microsoft.com/office/drawing/2014/main" id="{2AE60DEF-1533-6D37-6B5D-1F5D188E6181}"/>
              </a:ext>
            </a:extLst>
          </p:cNvPr>
          <p:cNvPicPr>
            <a:picLocks noGrp="1"/>
          </p:cNvPicPr>
          <p:nvPr>
            <p:ph type="pic" sz="quarter" idx="15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>
            <a:fillRect/>
          </a:stretch>
        </p:blipFill>
        <p:spPr>
          <a:xfrm>
            <a:off x="7540625" y="0"/>
            <a:ext cx="4030663" cy="685800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ABB38-E695-09E1-FDE7-04F49EDF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5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65BA16A-CF36-F612-C2D2-D0E2A5680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Bef>
                <a:spcPts val="1200"/>
              </a:spcBef>
            </a:pPr>
            <a:r>
              <a:rPr lang="en-GB" sz="1600" b="0" i="0" dirty="0">
                <a:effectLst/>
              </a:rPr>
              <a:t>This PPT template can be used for </a:t>
            </a:r>
            <a:r>
              <a:rPr lang="en-GB" sz="1600" b="1" i="0" dirty="0">
                <a:effectLst/>
              </a:rPr>
              <a:t>internal and external audiences.</a:t>
            </a:r>
            <a:endParaRPr lang="en-GB" sz="1600" b="0" i="0" dirty="0">
              <a:effectLst/>
            </a:endParaRPr>
          </a:p>
          <a:p>
            <a:pPr lvl="1">
              <a:spcBef>
                <a:spcPts val="1200"/>
              </a:spcBef>
            </a:pPr>
            <a:r>
              <a:rPr lang="en-GB" sz="1600" b="1" i="0" dirty="0">
                <a:effectLst/>
              </a:rPr>
              <a:t>Danone One Font </a:t>
            </a:r>
            <a:r>
              <a:rPr lang="en-GB" sz="1600" b="0" i="0" dirty="0">
                <a:effectLst/>
              </a:rPr>
              <a:t>has been selected as Danone's brand-new primary font. It is embedded in this ppt but you can also </a:t>
            </a:r>
            <a:r>
              <a:rPr lang="en-GB" sz="1600" b="1" i="0" dirty="0">
                <a:solidFill>
                  <a:srgbClr val="374151"/>
                </a:solidFill>
                <a:effectLst/>
                <a:hlinkClick r:id="rId4"/>
              </a:rPr>
              <a:t>download it </a:t>
            </a:r>
            <a:endParaRPr lang="en-GB" sz="1600" b="1" i="0" dirty="0">
              <a:solidFill>
                <a:srgbClr val="374151"/>
              </a:solidFill>
              <a:effectLst/>
            </a:endParaRPr>
          </a:p>
          <a:p>
            <a:pPr lvl="1">
              <a:spcBef>
                <a:spcPts val="1200"/>
              </a:spcBef>
            </a:pPr>
            <a:r>
              <a:rPr lang="en-GB" sz="1600" b="1" i="0" dirty="0">
                <a:effectLst/>
              </a:rPr>
              <a:t>Calibri remains our system font </a:t>
            </a:r>
            <a:r>
              <a:rPr lang="en-GB" sz="1600" b="0" i="0" dirty="0">
                <a:effectLst/>
              </a:rPr>
              <a:t>for emails and signatures and </a:t>
            </a:r>
            <a:r>
              <a:rPr lang="en-GB" sz="1600" b="1" i="0" dirty="0">
                <a:effectLst/>
              </a:rPr>
              <a:t>Noto Sans </a:t>
            </a:r>
            <a:r>
              <a:rPr lang="en-GB" sz="1600" b="0" i="0" dirty="0">
                <a:effectLst/>
              </a:rPr>
              <a:t>steps in as the font for non-Latin extended languages. </a:t>
            </a:r>
          </a:p>
          <a:p>
            <a:pPr lvl="1">
              <a:spcBef>
                <a:spcPts val="1200"/>
              </a:spcBef>
            </a:pPr>
            <a:r>
              <a:rPr lang="en-GB" sz="1600" b="0" i="0" dirty="0">
                <a:effectLst/>
              </a:rPr>
              <a:t>A crucial note: </a:t>
            </a:r>
            <a:r>
              <a:rPr lang="en-GB" sz="1600" b="1" i="0" dirty="0">
                <a:effectLst/>
              </a:rPr>
              <a:t>please avoid mixing </a:t>
            </a:r>
            <a:r>
              <a:rPr lang="en-GB" sz="1600" b="0" i="0" dirty="0">
                <a:effectLst/>
              </a:rPr>
              <a:t>this template with any other and maintain a consistent look across all your communications.</a:t>
            </a:r>
          </a:p>
          <a:p>
            <a:pPr lvl="1">
              <a:spcBef>
                <a:spcPts val="1200"/>
              </a:spcBef>
            </a:pPr>
            <a:r>
              <a:rPr lang="en-GB" sz="1600" b="0" i="0" dirty="0">
                <a:effectLst/>
              </a:rPr>
              <a:t>Need a guide? Explore the </a:t>
            </a:r>
            <a:r>
              <a:rPr lang="en-GB" sz="1600" b="1" i="0" dirty="0">
                <a:effectLst/>
              </a:rPr>
              <a:t>annotation notes </a:t>
            </a:r>
            <a:r>
              <a:rPr lang="en-GB" sz="1600" b="0" i="0" dirty="0">
                <a:effectLst/>
              </a:rPr>
              <a:t>embedded within the slides of this PPT template and the following slides. They'll show you how to swap pictures and leverage other exciting features!</a:t>
            </a:r>
          </a:p>
          <a:p>
            <a:pPr lvl="1">
              <a:spcBef>
                <a:spcPts val="1200"/>
              </a:spcBef>
            </a:pPr>
            <a:r>
              <a:rPr lang="en-GB" sz="1600" b="0" i="0" dirty="0">
                <a:effectLst/>
              </a:rPr>
              <a:t>We encourage you to unleash your creativity by experimenting with </a:t>
            </a:r>
            <a:r>
              <a:rPr lang="en-GB" sz="1600" b="0" i="0" dirty="0" err="1">
                <a:effectLst/>
              </a:rPr>
              <a:t>colors</a:t>
            </a:r>
            <a:r>
              <a:rPr lang="en-GB" sz="1600" b="0" i="0" dirty="0">
                <a:effectLst/>
              </a:rPr>
              <a:t> and incorporating captivating images from our Global Portal to breathe life into your presentations!</a:t>
            </a:r>
            <a:br>
              <a:rPr lang="en-GB" sz="1600" dirty="0"/>
            </a:br>
            <a:endParaRPr lang="en-GB" sz="1600" b="0" i="0" dirty="0">
              <a:effectLst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B5D724-4847-DC9D-D642-DD17B75E25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Danone Company brand PPT template</a:t>
            </a:r>
          </a:p>
          <a:p>
            <a:pPr lvl="1"/>
            <a:r>
              <a:rPr lang="en-GB" sz="2000" b="0" i="0" dirty="0">
                <a:effectLst/>
              </a:rPr>
              <a:t>Introducing the all-new Danone Company brand PowerPoint (PPT) template, a vibrant replacement for the old templates.</a:t>
            </a:r>
          </a:p>
          <a:p>
            <a:endParaRPr lang="nl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D5B00C-D4D3-D5B6-A154-30D3133385B6}"/>
              </a:ext>
            </a:extLst>
          </p:cNvPr>
          <p:cNvSpPr>
            <a:spLocks/>
          </p:cNvSpPr>
          <p:nvPr/>
        </p:nvSpPr>
        <p:spPr>
          <a:xfrm>
            <a:off x="7766050" y="4853963"/>
            <a:ext cx="3659188" cy="1474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Danone One Light" panose="020B0304030202020204" pitchFamily="34" charset="0"/>
              <a:buNone/>
              <a:tabLst/>
              <a:defRPr/>
            </a:pPr>
            <a:r>
              <a:rPr kumimoji="0" lang="en-GB" sz="1400" b="1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anone One Condensed" panose="020B0504030202020204" pitchFamily="34" charset="0"/>
                <a:ea typeface="Danone One Condensed" panose="020B0604020202020204" charset="0"/>
                <a:cs typeface="+mn-cs"/>
              </a:rPr>
              <a:t>If this .ppt contains confidential information, please add 'Strictly Confidential' as a watermark on all pages.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Danone One Light" panose="020B0304030202020204" pitchFamily="34" charset="0"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anone One Light" panose="020B0304030202020204" pitchFamily="34" charset="0"/>
                <a:ea typeface="Danone One" panose="020B0604020202020204" charset="0"/>
                <a:cs typeface="+mn-cs"/>
              </a:rPr>
              <a:t>You can add a watermark to all pages by adding it to the Master slide ( Select View &gt; Slide Master) and insert a Textbox with the 'Strictly Confidential’ text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Danone One Light" panose="020B0304030202020204" pitchFamily="34" charset="0"/>
              <a:ea typeface="Danone One" panose="020B0604020202020204" charset="0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F5F180-309C-46D9-0742-C5FA6BAB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02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6A606-2391-3B1A-B1B6-6162B6C654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sz="1600" dirty="0"/>
              <a:t>Make them truly stand out!</a:t>
            </a:r>
          </a:p>
          <a:p>
            <a:endParaRPr lang="nl-NL" sz="180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923EC0A-962F-6F06-FA6F-1ED8AB7D9F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1600" dirty="0"/>
              <a:t>FILE SIZE reduction in </a:t>
            </a:r>
            <a:r>
              <a:rPr lang="en-GB" sz="1600" dirty="0" err="1"/>
              <a:t>powerpoint</a:t>
            </a:r>
            <a:endParaRPr lang="en-GB" sz="1600" dirty="0"/>
          </a:p>
          <a:p>
            <a:pPr lvl="1"/>
            <a:r>
              <a:rPr lang="en-GB" sz="1400" dirty="0"/>
              <a:t>If your file is too large to send via email, you can reduce its size by compressing images. Select a picture, go to the "Picture Format" tab, and click "Compress Pictures". </a:t>
            </a:r>
            <a:br>
              <a:rPr lang="en-GB" sz="1400" dirty="0"/>
            </a:br>
            <a:r>
              <a:rPr lang="en-GB" sz="1400" dirty="0"/>
              <a:t>Choose a lower resolution and confirm by clicking "OK". This action minimizes file size. Take care not to </a:t>
            </a:r>
            <a:r>
              <a:rPr lang="en-GB" sz="1400" dirty="0" err="1"/>
              <a:t>overcompress</a:t>
            </a:r>
            <a:r>
              <a:rPr lang="en-GB" sz="1400" dirty="0"/>
              <a:t>, as it may degrade image clarity. Do not go below 'Web (150 </a:t>
            </a:r>
            <a:r>
              <a:rPr lang="en-GB" sz="1400" dirty="0" err="1"/>
              <a:t>ppi</a:t>
            </a:r>
            <a:r>
              <a:rPr lang="en-GB" sz="1400" dirty="0"/>
              <a:t>)' to maintain readability of text within the images.</a:t>
            </a:r>
            <a:endParaRPr lang="nl-NL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0F9D40-AA5D-2862-0099-D082A57C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ABB38-E695-09E1-FDE7-04F49EDF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86EB33-70C0-39F0-9C23-0C15662069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Danone Company brand PPT template</a:t>
            </a:r>
          </a:p>
          <a:p>
            <a:pPr lvl="1"/>
            <a:r>
              <a:rPr lang="en-GB" dirty="0" err="1"/>
              <a:t>Color</a:t>
            </a:r>
            <a:r>
              <a:rPr lang="en-GB" dirty="0"/>
              <a:t> schemes and layouts</a:t>
            </a:r>
          </a:p>
          <a:p>
            <a:endParaRPr lang="nl-NL" dirty="0"/>
          </a:p>
        </p:txBody>
      </p:sp>
      <p:sp>
        <p:nvSpPr>
          <p:cNvPr id="15" name="Chevron 33">
            <a:extLst>
              <a:ext uri="{FF2B5EF4-FFF2-40B4-BE49-F238E27FC236}">
                <a16:creationId xmlns:a16="http://schemas.microsoft.com/office/drawing/2014/main" id="{494ED674-82CA-1E39-FC8A-5DD1EAE78B21}"/>
              </a:ext>
            </a:extLst>
          </p:cNvPr>
          <p:cNvSpPr>
            <a:spLocks/>
          </p:cNvSpPr>
          <p:nvPr/>
        </p:nvSpPr>
        <p:spPr>
          <a:xfrm rot="5400000">
            <a:off x="1073764" y="4470418"/>
            <a:ext cx="113070" cy="134249"/>
          </a:xfrm>
          <a:prstGeom prst="chevron">
            <a:avLst>
              <a:gd name="adj" fmla="val 7835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hevron 33">
            <a:extLst>
              <a:ext uri="{FF2B5EF4-FFF2-40B4-BE49-F238E27FC236}">
                <a16:creationId xmlns:a16="http://schemas.microsoft.com/office/drawing/2014/main" id="{74D85A2D-0D31-8201-CBDA-E6BE7E2B67D7}"/>
              </a:ext>
            </a:extLst>
          </p:cNvPr>
          <p:cNvSpPr>
            <a:spLocks/>
          </p:cNvSpPr>
          <p:nvPr/>
        </p:nvSpPr>
        <p:spPr>
          <a:xfrm rot="5400000">
            <a:off x="807064" y="5439749"/>
            <a:ext cx="113070" cy="134249"/>
          </a:xfrm>
          <a:prstGeom prst="chevron">
            <a:avLst>
              <a:gd name="adj" fmla="val 7835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32B6EC-95B3-3388-8624-AB419466F4BA}"/>
              </a:ext>
            </a:extLst>
          </p:cNvPr>
          <p:cNvPicPr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797"/>
          <a:stretch/>
        </p:blipFill>
        <p:spPr>
          <a:xfrm>
            <a:off x="3403628" y="3865361"/>
            <a:ext cx="2249546" cy="2340000"/>
          </a:xfrm>
          <a:prstGeom prst="rect">
            <a:avLst/>
          </a:prstGeom>
          <a:effectLst>
            <a:outerShdw blurRad="635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A7A96389-89F2-1F7D-C37F-79342F6A29E6}"/>
              </a:ext>
            </a:extLst>
          </p:cNvPr>
          <p:cNvSpPr txBox="1">
            <a:spLocks/>
          </p:cNvSpPr>
          <p:nvPr/>
        </p:nvSpPr>
        <p:spPr>
          <a:xfrm>
            <a:off x="762445" y="3980833"/>
            <a:ext cx="2261675" cy="2338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504030202020204" pitchFamily="3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" panose="020B0504030202020204" pitchFamily="3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304030202020204" pitchFamily="3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 sz="1400" dirty="0"/>
              <a:t>To change the base </a:t>
            </a:r>
            <a:r>
              <a:rPr lang="en-GB" sz="1400" dirty="0" err="1"/>
              <a:t>color</a:t>
            </a:r>
            <a:r>
              <a:rPr lang="en-GB" sz="1400" dirty="0"/>
              <a:t> </a:t>
            </a:r>
            <a:br>
              <a:rPr lang="en-GB" sz="1400" dirty="0"/>
            </a:br>
            <a:r>
              <a:rPr lang="en-GB" sz="1400" dirty="0"/>
              <a:t>of an existing slide, click on the     </a:t>
            </a:r>
            <a:r>
              <a:rPr lang="en-GB" sz="1400" b="1" dirty="0"/>
              <a:t>Layout</a:t>
            </a:r>
            <a:r>
              <a:rPr lang="en-GB" sz="1400" dirty="0"/>
              <a:t>  button, then scroll down to desired </a:t>
            </a:r>
            <a:r>
              <a:rPr lang="en-GB" sz="1400" dirty="0" err="1"/>
              <a:t>color</a:t>
            </a:r>
            <a:r>
              <a:rPr lang="en-GB" sz="1400" dirty="0"/>
              <a:t>.</a:t>
            </a:r>
          </a:p>
          <a:p>
            <a:pPr lvl="1"/>
            <a:endParaRPr lang="en-GB" sz="1400" dirty="0"/>
          </a:p>
          <a:p>
            <a:pPr lvl="1"/>
            <a:r>
              <a:rPr lang="en-GB" sz="1400" dirty="0"/>
              <a:t>Alternatively, click</a:t>
            </a:r>
            <a:br>
              <a:rPr lang="en-GB" sz="1400" dirty="0"/>
            </a:br>
            <a:r>
              <a:rPr lang="en-GB" sz="1400" dirty="0"/>
              <a:t>     </a:t>
            </a:r>
            <a:r>
              <a:rPr lang="en-GB" sz="1400" b="1" dirty="0"/>
              <a:t>New Slide  </a:t>
            </a:r>
            <a:r>
              <a:rPr lang="en-GB" sz="1400" dirty="0"/>
              <a:t>and select </a:t>
            </a:r>
            <a:br>
              <a:rPr lang="en-GB" sz="1400" dirty="0"/>
            </a:br>
            <a:r>
              <a:rPr lang="en-GB" sz="1400" dirty="0"/>
              <a:t>the layout you require.  </a:t>
            </a:r>
          </a:p>
          <a:p>
            <a:pPr lvl="1"/>
            <a:endParaRPr lang="en-GB" sz="1600" dirty="0"/>
          </a:p>
          <a:p>
            <a:endParaRPr lang="nl-NL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AFBCBD-455F-AC46-4BD0-FEFBDAA41705}"/>
              </a:ext>
            </a:extLst>
          </p:cNvPr>
          <p:cNvPicPr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91335" y="3865361"/>
            <a:ext cx="4726650" cy="2340000"/>
          </a:xfrm>
          <a:prstGeom prst="rect">
            <a:avLst/>
          </a:prstGeom>
          <a:effectLst>
            <a:outerShdw blurRad="635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8D2069-3F3D-D995-FB88-C5D8D0DCF92E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742" y="2319873"/>
            <a:ext cx="2504922" cy="1409019"/>
          </a:xfrm>
          <a:prstGeom prst="rect">
            <a:avLst/>
          </a:prstGeom>
          <a:effectLst>
            <a:outerShdw blurRad="635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269302-97F6-759F-8C05-64AC1C1847D3}"/>
              </a:ext>
            </a:extLst>
          </p:cNvPr>
          <p:cNvSpPr txBox="1">
            <a:spLocks/>
          </p:cNvSpPr>
          <p:nvPr/>
        </p:nvSpPr>
        <p:spPr>
          <a:xfrm>
            <a:off x="3403628" y="2337533"/>
            <a:ext cx="22867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Explore our Template's endless options! Pick from </a:t>
            </a:r>
            <a:r>
              <a:rPr lang="en-GB" sz="1400" b="1" dirty="0"/>
              <a:t>11 vibrant </a:t>
            </a:r>
            <a:r>
              <a:rPr lang="en-GB" sz="1400" b="1" dirty="0" err="1"/>
              <a:t>color</a:t>
            </a:r>
            <a:r>
              <a:rPr lang="en-GB" sz="1400" b="1" dirty="0"/>
              <a:t> schemes </a:t>
            </a:r>
            <a:r>
              <a:rPr lang="en-GB" sz="1400" dirty="0"/>
              <a:t>and a variety of layouts to create distinct sections in your presentations.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DD41267-0CA9-9553-C7B6-E6649B3B76FF}"/>
              </a:ext>
            </a:extLst>
          </p:cNvPr>
          <p:cNvSpPr>
            <a:spLocks/>
          </p:cNvSpPr>
          <p:nvPr/>
        </p:nvSpPr>
        <p:spPr>
          <a:xfrm>
            <a:off x="10654582" y="4021159"/>
            <a:ext cx="184575" cy="1845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800" dirty="0">
                <a:latin typeface="Danone One" panose="020B0504030202020204" pitchFamily="34" charset="0"/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B9969AD-FC4E-BD41-F12C-C000620CB078}"/>
              </a:ext>
            </a:extLst>
          </p:cNvPr>
          <p:cNvSpPr>
            <a:spLocks/>
          </p:cNvSpPr>
          <p:nvPr/>
        </p:nvSpPr>
        <p:spPr>
          <a:xfrm>
            <a:off x="7769063" y="4171164"/>
            <a:ext cx="184575" cy="1845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800" dirty="0">
                <a:latin typeface="Danone One" panose="020B0504030202020204" pitchFamily="34" charset="0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17D3D3-445B-E0E0-AB9F-1B1E3394AC07}"/>
              </a:ext>
            </a:extLst>
          </p:cNvPr>
          <p:cNvSpPr>
            <a:spLocks/>
          </p:cNvSpPr>
          <p:nvPr/>
        </p:nvSpPr>
        <p:spPr>
          <a:xfrm>
            <a:off x="9163790" y="4943073"/>
            <a:ext cx="184575" cy="1845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800" dirty="0">
                <a:latin typeface="Danone One" panose="020B0504030202020204" pitchFamily="34" charset="0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702373-479D-810B-A54B-92E1970805F0}"/>
              </a:ext>
            </a:extLst>
          </p:cNvPr>
          <p:cNvSpPr txBox="1">
            <a:spLocks/>
          </p:cNvSpPr>
          <p:nvPr/>
        </p:nvSpPr>
        <p:spPr>
          <a:xfrm>
            <a:off x="6545016" y="5014705"/>
            <a:ext cx="1131334" cy="93871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nl-NL" sz="1100" dirty="0" err="1"/>
              <a:t>Uncheck</a:t>
            </a:r>
            <a:r>
              <a:rPr lang="nl-NL" sz="1100" dirty="0"/>
              <a:t> </a:t>
            </a:r>
            <a:r>
              <a:rPr lang="nl-NL" sz="1100" dirty="0" err="1"/>
              <a:t>this</a:t>
            </a:r>
            <a:r>
              <a:rPr lang="nl-NL" sz="1100" dirty="0"/>
              <a:t> box </a:t>
            </a:r>
            <a:r>
              <a:rPr lang="nl-NL" sz="1100" dirty="0" err="1"/>
              <a:t>if</a:t>
            </a:r>
            <a:r>
              <a:rPr lang="nl-NL" sz="1100" dirty="0"/>
              <a:t> </a:t>
            </a:r>
            <a:r>
              <a:rPr lang="nl-NL" sz="1100" dirty="0" err="1"/>
              <a:t>you</a:t>
            </a:r>
            <a:r>
              <a:rPr lang="nl-NL" sz="1100" dirty="0"/>
              <a:t> want </a:t>
            </a:r>
            <a:r>
              <a:rPr lang="nl-NL" sz="1100" dirty="0" err="1"/>
              <a:t>to</a:t>
            </a:r>
            <a:r>
              <a:rPr lang="nl-NL" sz="1100" dirty="0"/>
              <a:t> </a:t>
            </a:r>
            <a:r>
              <a:rPr lang="nl-NL" sz="1100" dirty="0" err="1"/>
              <a:t>apply</a:t>
            </a:r>
            <a:r>
              <a:rPr lang="nl-NL" sz="1100" dirty="0"/>
              <a:t> </a:t>
            </a:r>
            <a:r>
              <a:rPr lang="nl-NL" sz="1100" dirty="0" err="1"/>
              <a:t>the</a:t>
            </a:r>
            <a:r>
              <a:rPr lang="nl-NL" sz="1100" dirty="0"/>
              <a:t> setting </a:t>
            </a:r>
            <a:r>
              <a:rPr lang="nl-NL" sz="1100" dirty="0" err="1"/>
              <a:t>to</a:t>
            </a:r>
            <a:r>
              <a:rPr lang="nl-NL" sz="1100" dirty="0"/>
              <a:t> </a:t>
            </a:r>
            <a:r>
              <a:rPr lang="nl-NL" sz="1100" dirty="0" err="1"/>
              <a:t>all</a:t>
            </a:r>
            <a:r>
              <a:rPr lang="nl-NL" sz="1100" dirty="0"/>
              <a:t> images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AD6102-25E5-D10A-18B4-4BD7443138CD}"/>
              </a:ext>
            </a:extLst>
          </p:cNvPr>
          <p:cNvCxnSpPr>
            <a:cxnSpLocks/>
          </p:cNvCxnSpPr>
          <p:nvPr/>
        </p:nvCxnSpPr>
        <p:spPr>
          <a:xfrm>
            <a:off x="6514280" y="5012229"/>
            <a:ext cx="1300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642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49760A4-79E2-AB3D-F778-F0CBA4F956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lang="en-GB" sz="1600" dirty="0"/>
              <a:t>Highlighters should only be used to focus on a more meaningful word or phrase in the message, never for aesthetic reasons. </a:t>
            </a:r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lvl="1"/>
            <a:endParaRPr lang="en-GB" sz="1600" dirty="0"/>
          </a:p>
          <a:p>
            <a:pPr lvl="1"/>
            <a:r>
              <a:rPr lang="en-GB" sz="1600" dirty="0"/>
              <a:t>Use it exclusively with Danone One Font (or Noto Sans as the alternative for non-Latin languages). </a:t>
            </a:r>
          </a:p>
          <a:p>
            <a:pPr lvl="1"/>
            <a:r>
              <a:rPr lang="en-GB" sz="1600" i="1" dirty="0"/>
              <a:t>Refer to page 43 of the Danone brand book for details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ABB38-E695-09E1-FDE7-04F49EDF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73D672-A92B-50B1-134D-A7CB384A3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Danone Company brand PPT template</a:t>
            </a:r>
          </a:p>
          <a:p>
            <a:pPr lvl="1"/>
            <a:r>
              <a:rPr lang="en-US" dirty="0"/>
              <a:t>Highlighters </a:t>
            </a:r>
          </a:p>
          <a:p>
            <a:pPr lvl="1"/>
            <a:endParaRPr lang="en-GB" dirty="0"/>
          </a:p>
          <a:p>
            <a:endParaRPr lang="nl-NL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2F8B10F0-6C2E-8CFC-A3E9-A5AC2E5180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HIGHLIGHTING:</a:t>
            </a:r>
          </a:p>
          <a:p>
            <a:pPr lvl="1"/>
            <a:r>
              <a:rPr lang="en-GB" sz="1600" dirty="0"/>
              <a:t>Place a box behind the text and use the required </a:t>
            </a:r>
            <a:r>
              <a:rPr lang="en-GB" sz="1600" dirty="0" err="1"/>
              <a:t>color</a:t>
            </a:r>
            <a:r>
              <a:rPr lang="en-GB" sz="1600" dirty="0"/>
              <a:t> for both the text and the box. (Please do not use it the </a:t>
            </a:r>
            <a:r>
              <a:rPr lang="en-GB" sz="1600" dirty="0" err="1"/>
              <a:t>hightlighting</a:t>
            </a:r>
            <a:r>
              <a:rPr lang="en-GB" sz="1600" dirty="0"/>
              <a:t> function of PowerPoint here) </a:t>
            </a:r>
          </a:p>
          <a:p>
            <a:pPr lvl="1"/>
            <a:endParaRPr lang="en-GB" sz="1600" dirty="0"/>
          </a:p>
          <a:p>
            <a:r>
              <a:rPr lang="nl-NL" dirty="0"/>
              <a:t>UNDERLINING:</a:t>
            </a:r>
          </a:p>
          <a:p>
            <a:pPr lvl="1"/>
            <a:r>
              <a:rPr lang="nl-NL" sz="1600" dirty="0" err="1"/>
              <a:t>Use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‘</a:t>
            </a:r>
            <a:r>
              <a:rPr lang="nl-NL" sz="1600" u="sng" dirty="0" err="1"/>
              <a:t>underline</a:t>
            </a:r>
            <a:r>
              <a:rPr lang="nl-NL" sz="1600" dirty="0"/>
              <a:t>’ </a:t>
            </a:r>
            <a:r>
              <a:rPr lang="nl-NL" sz="1600" dirty="0" err="1"/>
              <a:t>function</a:t>
            </a:r>
            <a:r>
              <a:rPr lang="nl-NL" sz="1600" dirty="0"/>
              <a:t> of </a:t>
            </a:r>
            <a:r>
              <a:rPr lang="nl-NL" sz="1600" dirty="0" err="1"/>
              <a:t>Powerpoint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select  ‘heavy line’ </a:t>
            </a:r>
            <a:r>
              <a:rPr lang="nl-NL" sz="1600" dirty="0" err="1"/>
              <a:t>from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    </a:t>
            </a:r>
            <a:r>
              <a:rPr lang="nl-NL" sz="1600" b="1" dirty="0"/>
              <a:t>Font </a:t>
            </a:r>
            <a:r>
              <a:rPr lang="nl-NL" sz="1600" b="1" dirty="0" err="1"/>
              <a:t>dropdown</a:t>
            </a:r>
            <a:r>
              <a:rPr lang="nl-NL" sz="1600" b="1" dirty="0"/>
              <a:t> menu</a:t>
            </a:r>
          </a:p>
          <a:p>
            <a:endParaRPr lang="nl-NL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EF5676E-1250-FBBC-BD78-03BB7FC17587}"/>
              </a:ext>
            </a:extLst>
          </p:cNvPr>
          <p:cNvPicPr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40788" y="4421424"/>
            <a:ext cx="2467227" cy="17174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3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B04567-9FDB-8EFF-ACF3-DAE214DB0A9F}"/>
              </a:ext>
            </a:extLst>
          </p:cNvPr>
          <p:cNvPicPr>
            <a:picLocks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69015" y="2821564"/>
            <a:ext cx="3515575" cy="207672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768FF16-BA2C-DC37-A4EC-717AB176219D}"/>
              </a:ext>
            </a:extLst>
          </p:cNvPr>
          <p:cNvGrpSpPr>
            <a:grpSpLocks/>
          </p:cNvGrpSpPr>
          <p:nvPr/>
        </p:nvGrpSpPr>
        <p:grpSpPr>
          <a:xfrm>
            <a:off x="7928666" y="1840131"/>
            <a:ext cx="2104575" cy="338554"/>
            <a:chOff x="7928666" y="1840131"/>
            <a:chExt cx="2104575" cy="3385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319FAFE-C466-6DA5-4E9B-D49067D16732}"/>
                </a:ext>
              </a:extLst>
            </p:cNvPr>
            <p:cNvSpPr>
              <a:spLocks/>
            </p:cNvSpPr>
            <p:nvPr/>
          </p:nvSpPr>
          <p:spPr>
            <a:xfrm>
              <a:off x="7937626" y="1862044"/>
              <a:ext cx="2086656" cy="298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886CAF-1D66-7590-DE5D-D97C2BE159AB}"/>
                </a:ext>
              </a:extLst>
            </p:cNvPr>
            <p:cNvSpPr>
              <a:spLocks/>
            </p:cNvSpPr>
            <p:nvPr/>
          </p:nvSpPr>
          <p:spPr>
            <a:xfrm>
              <a:off x="9471894" y="1922408"/>
              <a:ext cx="474538" cy="18257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F11BD6-CD85-1299-35EA-C6063963029B}"/>
                </a:ext>
              </a:extLst>
            </p:cNvPr>
            <p:cNvSpPr txBox="1">
              <a:spLocks/>
            </p:cNvSpPr>
            <p:nvPr/>
          </p:nvSpPr>
          <p:spPr>
            <a:xfrm>
              <a:off x="7928666" y="1840131"/>
              <a:ext cx="21045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nl-NL" sz="1600" b="1" dirty="0">
                  <a:solidFill>
                    <a:schemeClr val="accent1"/>
                  </a:solidFill>
                  <a:latin typeface="+mj-lt"/>
                </a:rPr>
                <a:t>HEALTH THROUGH </a:t>
              </a:r>
              <a:r>
                <a:rPr lang="nl-NL" sz="1600" b="1" dirty="0">
                  <a:solidFill>
                    <a:schemeClr val="bg1"/>
                  </a:solidFill>
                  <a:latin typeface="+mj-lt"/>
                </a:rPr>
                <a:t>FOOD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276D5E-7C57-14A2-DE84-66BD4414B616}"/>
              </a:ext>
            </a:extLst>
          </p:cNvPr>
          <p:cNvGrpSpPr>
            <a:grpSpLocks/>
          </p:cNvGrpSpPr>
          <p:nvPr/>
        </p:nvGrpSpPr>
        <p:grpSpPr>
          <a:xfrm>
            <a:off x="7937626" y="3339468"/>
            <a:ext cx="2095615" cy="338554"/>
            <a:chOff x="7937626" y="3333029"/>
            <a:chExt cx="2095615" cy="33855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5F89E7-93DD-E9F6-11B0-0807B5469369}"/>
                </a:ext>
              </a:extLst>
            </p:cNvPr>
            <p:cNvSpPr>
              <a:spLocks/>
            </p:cNvSpPr>
            <p:nvPr/>
          </p:nvSpPr>
          <p:spPr>
            <a:xfrm>
              <a:off x="7946585" y="3354942"/>
              <a:ext cx="2086656" cy="298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53AD0B-2315-5E10-BBCE-8F0D6E9C473E}"/>
                </a:ext>
              </a:extLst>
            </p:cNvPr>
            <p:cNvSpPr txBox="1">
              <a:spLocks/>
            </p:cNvSpPr>
            <p:nvPr/>
          </p:nvSpPr>
          <p:spPr>
            <a:xfrm>
              <a:off x="7937626" y="3333029"/>
              <a:ext cx="20866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nl-NL" sz="1600" b="1" dirty="0">
                  <a:solidFill>
                    <a:schemeClr val="accent1"/>
                  </a:solidFill>
                  <a:latin typeface="+mj-lt"/>
                </a:rPr>
                <a:t>HEALTH THROUGH </a:t>
              </a:r>
              <a:r>
                <a:rPr lang="nl-NL" sz="1600" b="1" u="heavy" dirty="0">
                  <a:solidFill>
                    <a:schemeClr val="accent1"/>
                  </a:solidFill>
                  <a:uFill>
                    <a:solidFill>
                      <a:schemeClr val="accent2"/>
                    </a:solidFill>
                  </a:uFill>
                  <a:latin typeface="+mj-lt"/>
                </a:rPr>
                <a:t>FOOD</a:t>
              </a:r>
            </a:p>
          </p:txBody>
        </p:sp>
      </p:grpSp>
      <p:sp>
        <p:nvSpPr>
          <p:cNvPr id="14" name="Chevron 33">
            <a:extLst>
              <a:ext uri="{FF2B5EF4-FFF2-40B4-BE49-F238E27FC236}">
                <a16:creationId xmlns:a16="http://schemas.microsoft.com/office/drawing/2014/main" id="{42F27157-FFE5-F662-5EED-24F18B810B42}"/>
              </a:ext>
            </a:extLst>
          </p:cNvPr>
          <p:cNvSpPr>
            <a:spLocks/>
          </p:cNvSpPr>
          <p:nvPr/>
        </p:nvSpPr>
        <p:spPr>
          <a:xfrm rot="5400000">
            <a:off x="8233727" y="4059989"/>
            <a:ext cx="113070" cy="134249"/>
          </a:xfrm>
          <a:prstGeom prst="chevron">
            <a:avLst>
              <a:gd name="adj" fmla="val 7835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2B0D41-483F-A569-3E13-297AAD0D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12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color chart&#10;&#10;Description automatically generated">
            <a:extLst>
              <a:ext uri="{FF2B5EF4-FFF2-40B4-BE49-F238E27FC236}">
                <a16:creationId xmlns:a16="http://schemas.microsoft.com/office/drawing/2014/main" id="{F10ABD6F-FA9F-6BAF-B146-099B9CF0EF7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498182" y="2098349"/>
            <a:ext cx="1870880" cy="4590027"/>
          </a:xfrm>
          <a:prstGeom prst="rect">
            <a:avLst/>
          </a:prstGeom>
          <a:effectLst>
            <a:outerShdw blurRad="635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1EF086EC-2009-5589-BBF8-ED6B66E208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lang="en-GB" sz="1400" dirty="0"/>
              <a:t>Category shapes must</a:t>
            </a:r>
            <a:r>
              <a:rPr lang="en-GB" sz="1400" b="1" dirty="0"/>
              <a:t> only </a:t>
            </a:r>
            <a:r>
              <a:rPr lang="en-GB" sz="1400" dirty="0"/>
              <a:t>be used in the communications of their respective category.</a:t>
            </a:r>
          </a:p>
          <a:p>
            <a:pPr lvl="1"/>
            <a:endParaRPr lang="en-GB" sz="1400" dirty="0"/>
          </a:p>
          <a:p>
            <a:pPr lvl="1"/>
            <a:r>
              <a:rPr lang="en-GB" sz="1400" dirty="0"/>
              <a:t>Please ensure to follow the guidelines outlined on page 30 of the brand book to appropriately use these shapes. </a:t>
            </a:r>
          </a:p>
          <a:p>
            <a:pPr lvl="1"/>
            <a:endParaRPr lang="en-GB" sz="1600" dirty="0"/>
          </a:p>
          <a:p>
            <a:pPr lvl="1"/>
            <a:endParaRPr lang="en-GB" sz="1400" dirty="0"/>
          </a:p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AB92919-60D0-0758-6BF4-9C6AEB4DB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0824" y="1847484"/>
            <a:ext cx="4927157" cy="4425294"/>
          </a:xfrm>
        </p:spPr>
        <p:txBody>
          <a:bodyPr/>
          <a:lstStyle/>
          <a:p>
            <a:pPr lvl="1"/>
            <a:r>
              <a:rPr lang="nl-NL" dirty="0"/>
              <a:t> </a:t>
            </a:r>
            <a:r>
              <a:rPr lang="nl-NL" sz="1400" dirty="0" err="1"/>
              <a:t>Instructions</a:t>
            </a:r>
            <a:r>
              <a:rPr lang="nl-NL" sz="1400" dirty="0"/>
              <a:t> </a:t>
            </a:r>
            <a:r>
              <a:rPr lang="nl-NL" sz="1400" dirty="0" err="1"/>
              <a:t>for</a:t>
            </a:r>
            <a:r>
              <a:rPr lang="nl-NL" sz="1400" dirty="0"/>
              <a:t> correct </a:t>
            </a:r>
            <a:r>
              <a:rPr lang="nl-NL" sz="1400" dirty="0" err="1"/>
              <a:t>color</a:t>
            </a:r>
            <a:r>
              <a:rPr lang="nl-NL" sz="1400" dirty="0"/>
              <a:t> </a:t>
            </a:r>
            <a:r>
              <a:rPr lang="nl-NL" sz="1400" dirty="0" err="1"/>
              <a:t>use</a:t>
            </a:r>
            <a:r>
              <a:rPr lang="nl-NL" sz="1400" dirty="0"/>
              <a:t> in PowerPoint palette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556191B-2176-FC19-7F49-62DD235C3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t>8</a:t>
            </a:fld>
            <a:endParaRPr lang="en-GB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01A4212-9080-29EF-7DD6-E52C095F86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Danone Company brand PPT template</a:t>
            </a:r>
          </a:p>
          <a:p>
            <a:pPr lvl="1"/>
            <a:r>
              <a:rPr lang="en-US" dirty="0"/>
              <a:t>Shapes &amp; colors </a:t>
            </a:r>
            <a:endParaRPr lang="nl-NL" dirty="0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747EA11C-2658-569C-F874-55CC42EC95B6}"/>
              </a:ext>
            </a:extLst>
          </p:cNvPr>
          <p:cNvSpPr>
            <a:spLocks noChangeAspect="1"/>
          </p:cNvSpPr>
          <p:nvPr/>
        </p:nvSpPr>
        <p:spPr>
          <a:xfrm>
            <a:off x="945683" y="3509435"/>
            <a:ext cx="608921" cy="2184226"/>
          </a:xfrm>
          <a:custGeom>
            <a:avLst/>
            <a:gdLst>
              <a:gd name="connsiteX0" fmla="*/ 1305305 w 1313885"/>
              <a:gd name="connsiteY0" fmla="*/ 3443605 h 4712969"/>
              <a:gd name="connsiteX1" fmla="*/ 1069719 w 1313885"/>
              <a:gd name="connsiteY1" fmla="*/ 1990090 h 4712969"/>
              <a:gd name="connsiteX2" fmla="*/ 879219 w 1313885"/>
              <a:gd name="connsiteY2" fmla="*/ 930910 h 4712969"/>
              <a:gd name="connsiteX3" fmla="*/ 830960 w 1313885"/>
              <a:gd name="connsiteY3" fmla="*/ 247015 h 4712969"/>
              <a:gd name="connsiteX4" fmla="*/ 846835 w 1313885"/>
              <a:gd name="connsiteY4" fmla="*/ 240665 h 4712969"/>
              <a:gd name="connsiteX5" fmla="*/ 864614 w 1313885"/>
              <a:gd name="connsiteY5" fmla="*/ 210185 h 4712969"/>
              <a:gd name="connsiteX6" fmla="*/ 857629 w 1313885"/>
              <a:gd name="connsiteY6" fmla="*/ 189230 h 4712969"/>
              <a:gd name="connsiteX7" fmla="*/ 839214 w 1313885"/>
              <a:gd name="connsiteY7" fmla="*/ 164465 h 4712969"/>
              <a:gd name="connsiteX8" fmla="*/ 839214 w 1313885"/>
              <a:gd name="connsiteY8" fmla="*/ 151130 h 4712969"/>
              <a:gd name="connsiteX9" fmla="*/ 840485 w 1313885"/>
              <a:gd name="connsiteY9" fmla="*/ 120650 h 4712969"/>
              <a:gd name="connsiteX10" fmla="*/ 839214 w 1313885"/>
              <a:gd name="connsiteY10" fmla="*/ 118745 h 4712969"/>
              <a:gd name="connsiteX11" fmla="*/ 837944 w 1313885"/>
              <a:gd name="connsiteY11" fmla="*/ 109220 h 4712969"/>
              <a:gd name="connsiteX12" fmla="*/ 843024 w 1313885"/>
              <a:gd name="connsiteY12" fmla="*/ 95250 h 4712969"/>
              <a:gd name="connsiteX13" fmla="*/ 846835 w 1313885"/>
              <a:gd name="connsiteY13" fmla="*/ 70485 h 4712969"/>
              <a:gd name="connsiteX14" fmla="*/ 776349 w 1313885"/>
              <a:gd name="connsiteY14" fmla="*/ 0 h 4712969"/>
              <a:gd name="connsiteX15" fmla="*/ 656969 w 1313885"/>
              <a:gd name="connsiteY15" fmla="*/ 0 h 4712969"/>
              <a:gd name="connsiteX16" fmla="*/ 537589 w 1313885"/>
              <a:gd name="connsiteY16" fmla="*/ 0 h 4712969"/>
              <a:gd name="connsiteX17" fmla="*/ 467104 w 1313885"/>
              <a:gd name="connsiteY17" fmla="*/ 70485 h 4712969"/>
              <a:gd name="connsiteX18" fmla="*/ 470914 w 1313885"/>
              <a:gd name="connsiteY18" fmla="*/ 95250 h 4712969"/>
              <a:gd name="connsiteX19" fmla="*/ 475994 w 1313885"/>
              <a:gd name="connsiteY19" fmla="*/ 109220 h 4712969"/>
              <a:gd name="connsiteX20" fmla="*/ 474724 w 1313885"/>
              <a:gd name="connsiteY20" fmla="*/ 118745 h 4712969"/>
              <a:gd name="connsiteX21" fmla="*/ 473454 w 1313885"/>
              <a:gd name="connsiteY21" fmla="*/ 120650 h 4712969"/>
              <a:gd name="connsiteX22" fmla="*/ 474724 w 1313885"/>
              <a:gd name="connsiteY22" fmla="*/ 151130 h 4712969"/>
              <a:gd name="connsiteX23" fmla="*/ 474724 w 1313885"/>
              <a:gd name="connsiteY23" fmla="*/ 164465 h 4712969"/>
              <a:gd name="connsiteX24" fmla="*/ 456310 w 1313885"/>
              <a:gd name="connsiteY24" fmla="*/ 189230 h 4712969"/>
              <a:gd name="connsiteX25" fmla="*/ 449324 w 1313885"/>
              <a:gd name="connsiteY25" fmla="*/ 210185 h 4712969"/>
              <a:gd name="connsiteX26" fmla="*/ 467104 w 1313885"/>
              <a:gd name="connsiteY26" fmla="*/ 240665 h 4712969"/>
              <a:gd name="connsiteX27" fmla="*/ 482979 w 1313885"/>
              <a:gd name="connsiteY27" fmla="*/ 247015 h 4712969"/>
              <a:gd name="connsiteX28" fmla="*/ 434719 w 1313885"/>
              <a:gd name="connsiteY28" fmla="*/ 930910 h 4712969"/>
              <a:gd name="connsiteX29" fmla="*/ 244219 w 1313885"/>
              <a:gd name="connsiteY29" fmla="*/ 1990090 h 4712969"/>
              <a:gd name="connsiteX30" fmla="*/ 8634 w 1313885"/>
              <a:gd name="connsiteY30" fmla="*/ 3443605 h 4712969"/>
              <a:gd name="connsiteX31" fmla="*/ 65784 w 1313885"/>
              <a:gd name="connsiteY31" fmla="*/ 4533900 h 4712969"/>
              <a:gd name="connsiteX32" fmla="*/ 271524 w 1313885"/>
              <a:gd name="connsiteY32" fmla="*/ 4712970 h 4712969"/>
              <a:gd name="connsiteX33" fmla="*/ 657604 w 1313885"/>
              <a:gd name="connsiteY33" fmla="*/ 4712970 h 4712969"/>
              <a:gd name="connsiteX34" fmla="*/ 1043685 w 1313885"/>
              <a:gd name="connsiteY34" fmla="*/ 4712970 h 4712969"/>
              <a:gd name="connsiteX35" fmla="*/ 1249424 w 1313885"/>
              <a:gd name="connsiteY35" fmla="*/ 4533900 h 4712969"/>
              <a:gd name="connsiteX36" fmla="*/ 1305305 w 1313885"/>
              <a:gd name="connsiteY36" fmla="*/ 3443605 h 471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313885" h="4712969">
                <a:moveTo>
                  <a:pt x="1305305" y="3443605"/>
                </a:moveTo>
                <a:cubicBezTo>
                  <a:pt x="1263394" y="2900680"/>
                  <a:pt x="1069719" y="1990090"/>
                  <a:pt x="1069719" y="1990090"/>
                </a:cubicBezTo>
                <a:cubicBezTo>
                  <a:pt x="996060" y="1642110"/>
                  <a:pt x="909699" y="1285240"/>
                  <a:pt x="879219" y="930910"/>
                </a:cubicBezTo>
                <a:cubicBezTo>
                  <a:pt x="862074" y="732790"/>
                  <a:pt x="836674" y="333375"/>
                  <a:pt x="830960" y="247015"/>
                </a:cubicBezTo>
                <a:cubicBezTo>
                  <a:pt x="836674" y="245110"/>
                  <a:pt x="841754" y="243205"/>
                  <a:pt x="846835" y="240665"/>
                </a:cubicBezTo>
                <a:cubicBezTo>
                  <a:pt x="857629" y="234315"/>
                  <a:pt x="864614" y="222885"/>
                  <a:pt x="864614" y="210185"/>
                </a:cubicBezTo>
                <a:cubicBezTo>
                  <a:pt x="864614" y="202565"/>
                  <a:pt x="862074" y="195580"/>
                  <a:pt x="857629" y="189230"/>
                </a:cubicBezTo>
                <a:lnTo>
                  <a:pt x="839214" y="164465"/>
                </a:lnTo>
                <a:cubicBezTo>
                  <a:pt x="836039" y="160655"/>
                  <a:pt x="836039" y="154940"/>
                  <a:pt x="839214" y="151130"/>
                </a:cubicBezTo>
                <a:cubicBezTo>
                  <a:pt x="846199" y="142240"/>
                  <a:pt x="846835" y="130175"/>
                  <a:pt x="840485" y="120650"/>
                </a:cubicBezTo>
                <a:lnTo>
                  <a:pt x="839214" y="118745"/>
                </a:lnTo>
                <a:cubicBezTo>
                  <a:pt x="837310" y="116205"/>
                  <a:pt x="836674" y="112395"/>
                  <a:pt x="837944" y="109220"/>
                </a:cubicBezTo>
                <a:lnTo>
                  <a:pt x="843024" y="95250"/>
                </a:lnTo>
                <a:cubicBezTo>
                  <a:pt x="845564" y="87630"/>
                  <a:pt x="846835" y="78740"/>
                  <a:pt x="846835" y="70485"/>
                </a:cubicBezTo>
                <a:cubicBezTo>
                  <a:pt x="846835" y="31750"/>
                  <a:pt x="815085" y="0"/>
                  <a:pt x="776349" y="0"/>
                </a:cubicBezTo>
                <a:lnTo>
                  <a:pt x="656969" y="0"/>
                </a:lnTo>
                <a:lnTo>
                  <a:pt x="537589" y="0"/>
                </a:lnTo>
                <a:cubicBezTo>
                  <a:pt x="498854" y="0"/>
                  <a:pt x="467104" y="31750"/>
                  <a:pt x="467104" y="70485"/>
                </a:cubicBezTo>
                <a:cubicBezTo>
                  <a:pt x="467104" y="78740"/>
                  <a:pt x="468374" y="86995"/>
                  <a:pt x="470914" y="95250"/>
                </a:cubicBezTo>
                <a:lnTo>
                  <a:pt x="475994" y="109220"/>
                </a:lnTo>
                <a:cubicBezTo>
                  <a:pt x="477264" y="112395"/>
                  <a:pt x="476629" y="116205"/>
                  <a:pt x="474724" y="118745"/>
                </a:cubicBezTo>
                <a:lnTo>
                  <a:pt x="473454" y="120650"/>
                </a:lnTo>
                <a:cubicBezTo>
                  <a:pt x="467104" y="130175"/>
                  <a:pt x="467739" y="142240"/>
                  <a:pt x="474724" y="151130"/>
                </a:cubicBezTo>
                <a:cubicBezTo>
                  <a:pt x="477899" y="154940"/>
                  <a:pt x="477899" y="160655"/>
                  <a:pt x="474724" y="164465"/>
                </a:cubicBezTo>
                <a:lnTo>
                  <a:pt x="456310" y="189230"/>
                </a:lnTo>
                <a:cubicBezTo>
                  <a:pt x="451864" y="195580"/>
                  <a:pt x="449324" y="202565"/>
                  <a:pt x="449324" y="210185"/>
                </a:cubicBezTo>
                <a:cubicBezTo>
                  <a:pt x="449324" y="222885"/>
                  <a:pt x="456310" y="234315"/>
                  <a:pt x="467104" y="240665"/>
                </a:cubicBezTo>
                <a:cubicBezTo>
                  <a:pt x="472185" y="243205"/>
                  <a:pt x="477264" y="245745"/>
                  <a:pt x="482979" y="247015"/>
                </a:cubicBezTo>
                <a:cubicBezTo>
                  <a:pt x="477264" y="333375"/>
                  <a:pt x="452499" y="732790"/>
                  <a:pt x="434719" y="930910"/>
                </a:cubicBezTo>
                <a:cubicBezTo>
                  <a:pt x="403604" y="1285875"/>
                  <a:pt x="317879" y="1642745"/>
                  <a:pt x="244219" y="1990090"/>
                </a:cubicBezTo>
                <a:cubicBezTo>
                  <a:pt x="244219" y="1990090"/>
                  <a:pt x="50544" y="2900680"/>
                  <a:pt x="8634" y="3443605"/>
                </a:cubicBezTo>
                <a:cubicBezTo>
                  <a:pt x="-20576" y="3819525"/>
                  <a:pt x="30859" y="4283710"/>
                  <a:pt x="65784" y="4533900"/>
                </a:cubicBezTo>
                <a:cubicBezTo>
                  <a:pt x="79754" y="4636770"/>
                  <a:pt x="167385" y="4712970"/>
                  <a:pt x="271524" y="4712970"/>
                </a:cubicBezTo>
                <a:lnTo>
                  <a:pt x="657604" y="4712970"/>
                </a:lnTo>
                <a:lnTo>
                  <a:pt x="1043685" y="4712970"/>
                </a:lnTo>
                <a:cubicBezTo>
                  <a:pt x="1147189" y="4712970"/>
                  <a:pt x="1234819" y="4636135"/>
                  <a:pt x="1249424" y="4533900"/>
                </a:cubicBezTo>
                <a:cubicBezTo>
                  <a:pt x="1282444" y="4283710"/>
                  <a:pt x="1334514" y="3819525"/>
                  <a:pt x="1305305" y="3443605"/>
                </a:cubicBezTo>
              </a:path>
            </a:pathLst>
          </a:custGeom>
          <a:solidFill>
            <a:srgbClr val="0060B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D7CFBC08-F453-30FE-540E-36CD5E6704D0}"/>
              </a:ext>
            </a:extLst>
          </p:cNvPr>
          <p:cNvSpPr>
            <a:spLocks noChangeAspect="1"/>
          </p:cNvSpPr>
          <p:nvPr/>
        </p:nvSpPr>
        <p:spPr>
          <a:xfrm>
            <a:off x="1894434" y="3878770"/>
            <a:ext cx="640083" cy="1814891"/>
          </a:xfrm>
          <a:custGeom>
            <a:avLst/>
            <a:gdLst>
              <a:gd name="connsiteX0" fmla="*/ 46355 w 1381125"/>
              <a:gd name="connsiteY0" fmla="*/ 3916045 h 3916044"/>
              <a:gd name="connsiteX1" fmla="*/ 1335405 w 1381125"/>
              <a:gd name="connsiteY1" fmla="*/ 3916045 h 3916044"/>
              <a:gd name="connsiteX2" fmla="*/ 1381125 w 1381125"/>
              <a:gd name="connsiteY2" fmla="*/ 3870325 h 3916044"/>
              <a:gd name="connsiteX3" fmla="*/ 1381125 w 1381125"/>
              <a:gd name="connsiteY3" fmla="*/ 347345 h 3916044"/>
              <a:gd name="connsiteX4" fmla="*/ 1376680 w 1381125"/>
              <a:gd name="connsiteY4" fmla="*/ 327660 h 3916044"/>
              <a:gd name="connsiteX5" fmla="*/ 1305560 w 1381125"/>
              <a:gd name="connsiteY5" fmla="*/ 179070 h 3916044"/>
              <a:gd name="connsiteX6" fmla="*/ 1264285 w 1381125"/>
              <a:gd name="connsiteY6" fmla="*/ 153035 h 3916044"/>
              <a:gd name="connsiteX7" fmla="*/ 969645 w 1381125"/>
              <a:gd name="connsiteY7" fmla="*/ 153035 h 3916044"/>
              <a:gd name="connsiteX8" fmla="*/ 969645 w 1381125"/>
              <a:gd name="connsiteY8" fmla="*/ 68580 h 3916044"/>
              <a:gd name="connsiteX9" fmla="*/ 687070 w 1381125"/>
              <a:gd name="connsiteY9" fmla="*/ 0 h 3916044"/>
              <a:gd name="connsiteX10" fmla="*/ 404495 w 1381125"/>
              <a:gd name="connsiteY10" fmla="*/ 68580 h 3916044"/>
              <a:gd name="connsiteX11" fmla="*/ 404495 w 1381125"/>
              <a:gd name="connsiteY11" fmla="*/ 153035 h 3916044"/>
              <a:gd name="connsiteX12" fmla="*/ 116840 w 1381125"/>
              <a:gd name="connsiteY12" fmla="*/ 153035 h 3916044"/>
              <a:gd name="connsiteX13" fmla="*/ 75565 w 1381125"/>
              <a:gd name="connsiteY13" fmla="*/ 179070 h 3916044"/>
              <a:gd name="connsiteX14" fmla="*/ 4445 w 1381125"/>
              <a:gd name="connsiteY14" fmla="*/ 327660 h 3916044"/>
              <a:gd name="connsiteX15" fmla="*/ 0 w 1381125"/>
              <a:gd name="connsiteY15" fmla="*/ 347345 h 3916044"/>
              <a:gd name="connsiteX16" fmla="*/ 0 w 1381125"/>
              <a:gd name="connsiteY16" fmla="*/ 3870325 h 3916044"/>
              <a:gd name="connsiteX17" fmla="*/ 46355 w 1381125"/>
              <a:gd name="connsiteY17" fmla="*/ 3916045 h 3916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81125" h="3916044">
                <a:moveTo>
                  <a:pt x="46355" y="3916045"/>
                </a:moveTo>
                <a:lnTo>
                  <a:pt x="1335405" y="3916045"/>
                </a:lnTo>
                <a:cubicBezTo>
                  <a:pt x="1360805" y="3916045"/>
                  <a:pt x="1381125" y="3895725"/>
                  <a:pt x="1381125" y="3870325"/>
                </a:cubicBezTo>
                <a:lnTo>
                  <a:pt x="1381125" y="347345"/>
                </a:lnTo>
                <a:cubicBezTo>
                  <a:pt x="1381125" y="340360"/>
                  <a:pt x="1379855" y="334010"/>
                  <a:pt x="1376680" y="327660"/>
                </a:cubicBezTo>
                <a:lnTo>
                  <a:pt x="1305560" y="179070"/>
                </a:lnTo>
                <a:cubicBezTo>
                  <a:pt x="1297940" y="163195"/>
                  <a:pt x="1282065" y="153035"/>
                  <a:pt x="1264285" y="153035"/>
                </a:cubicBezTo>
                <a:lnTo>
                  <a:pt x="969645" y="153035"/>
                </a:lnTo>
                <a:lnTo>
                  <a:pt x="969645" y="68580"/>
                </a:lnTo>
                <a:cubicBezTo>
                  <a:pt x="969645" y="30480"/>
                  <a:pt x="843280" y="0"/>
                  <a:pt x="687070" y="0"/>
                </a:cubicBezTo>
                <a:cubicBezTo>
                  <a:pt x="530860" y="0"/>
                  <a:pt x="404495" y="31115"/>
                  <a:pt x="404495" y="68580"/>
                </a:cubicBezTo>
                <a:lnTo>
                  <a:pt x="404495" y="153035"/>
                </a:lnTo>
                <a:lnTo>
                  <a:pt x="116840" y="153035"/>
                </a:lnTo>
                <a:cubicBezTo>
                  <a:pt x="99060" y="153035"/>
                  <a:pt x="83185" y="163195"/>
                  <a:pt x="75565" y="179070"/>
                </a:cubicBezTo>
                <a:lnTo>
                  <a:pt x="4445" y="327660"/>
                </a:lnTo>
                <a:cubicBezTo>
                  <a:pt x="1270" y="334010"/>
                  <a:pt x="0" y="340360"/>
                  <a:pt x="0" y="347345"/>
                </a:cubicBezTo>
                <a:lnTo>
                  <a:pt x="0" y="3870325"/>
                </a:lnTo>
                <a:cubicBezTo>
                  <a:pt x="635" y="3895725"/>
                  <a:pt x="20955" y="3916045"/>
                  <a:pt x="46355" y="3916045"/>
                </a:cubicBezTo>
              </a:path>
            </a:pathLst>
          </a:custGeom>
          <a:solidFill>
            <a:srgbClr val="0060B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ADA680E8-2274-4B85-60F0-8E71D5E28E95}"/>
              </a:ext>
            </a:extLst>
          </p:cNvPr>
          <p:cNvSpPr>
            <a:spLocks noChangeAspect="1"/>
          </p:cNvSpPr>
          <p:nvPr/>
        </p:nvSpPr>
        <p:spPr>
          <a:xfrm>
            <a:off x="2885251" y="4787246"/>
            <a:ext cx="712773" cy="906415"/>
          </a:xfrm>
          <a:custGeom>
            <a:avLst/>
            <a:gdLst>
              <a:gd name="connsiteX0" fmla="*/ 239395 w 1537970"/>
              <a:gd name="connsiteY0" fmla="*/ 1955800 h 1955800"/>
              <a:gd name="connsiteX1" fmla="*/ 249555 w 1537970"/>
              <a:gd name="connsiteY1" fmla="*/ 1955800 h 1955800"/>
              <a:gd name="connsiteX2" fmla="*/ 768985 w 1537970"/>
              <a:gd name="connsiteY2" fmla="*/ 1955800 h 1955800"/>
              <a:gd name="connsiteX3" fmla="*/ 1288415 w 1537970"/>
              <a:gd name="connsiteY3" fmla="*/ 1955800 h 1955800"/>
              <a:gd name="connsiteX4" fmla="*/ 1298575 w 1537970"/>
              <a:gd name="connsiteY4" fmla="*/ 1955800 h 1955800"/>
              <a:gd name="connsiteX5" fmla="*/ 1515745 w 1537970"/>
              <a:gd name="connsiteY5" fmla="*/ 1733550 h 1955800"/>
              <a:gd name="connsiteX6" fmla="*/ 1537970 w 1537970"/>
              <a:gd name="connsiteY6" fmla="*/ 1026160 h 1955800"/>
              <a:gd name="connsiteX7" fmla="*/ 1511935 w 1537970"/>
              <a:gd name="connsiteY7" fmla="*/ 719455 h 1955800"/>
              <a:gd name="connsiteX8" fmla="*/ 1398905 w 1537970"/>
              <a:gd name="connsiteY8" fmla="*/ 54610 h 1955800"/>
              <a:gd name="connsiteX9" fmla="*/ 1440180 w 1537970"/>
              <a:gd name="connsiteY9" fmla="*/ 54610 h 1955800"/>
              <a:gd name="connsiteX10" fmla="*/ 1469390 w 1537970"/>
              <a:gd name="connsiteY10" fmla="*/ 28575 h 1955800"/>
              <a:gd name="connsiteX11" fmla="*/ 1442085 w 1537970"/>
              <a:gd name="connsiteY11" fmla="*/ 0 h 1955800"/>
              <a:gd name="connsiteX12" fmla="*/ 97790 w 1537970"/>
              <a:gd name="connsiteY12" fmla="*/ 0 h 1955800"/>
              <a:gd name="connsiteX13" fmla="*/ 68580 w 1537970"/>
              <a:gd name="connsiteY13" fmla="*/ 26035 h 1955800"/>
              <a:gd name="connsiteX14" fmla="*/ 95885 w 1537970"/>
              <a:gd name="connsiteY14" fmla="*/ 54610 h 1955800"/>
              <a:gd name="connsiteX15" fmla="*/ 139065 w 1537970"/>
              <a:gd name="connsiteY15" fmla="*/ 54610 h 1955800"/>
              <a:gd name="connsiteX16" fmla="*/ 26035 w 1537970"/>
              <a:gd name="connsiteY16" fmla="*/ 719455 h 1955800"/>
              <a:gd name="connsiteX17" fmla="*/ 0 w 1537970"/>
              <a:gd name="connsiteY17" fmla="*/ 1026160 h 1955800"/>
              <a:gd name="connsiteX18" fmla="*/ 22225 w 1537970"/>
              <a:gd name="connsiteY18" fmla="*/ 1733550 h 1955800"/>
              <a:gd name="connsiteX19" fmla="*/ 239395 w 1537970"/>
              <a:gd name="connsiteY19" fmla="*/ 1955800 h 195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537970" h="1955800">
                <a:moveTo>
                  <a:pt x="239395" y="1955800"/>
                </a:moveTo>
                <a:cubicBezTo>
                  <a:pt x="242570" y="1955800"/>
                  <a:pt x="246380" y="1955800"/>
                  <a:pt x="249555" y="1955800"/>
                </a:cubicBezTo>
                <a:lnTo>
                  <a:pt x="768985" y="1955800"/>
                </a:lnTo>
                <a:lnTo>
                  <a:pt x="1288415" y="1955800"/>
                </a:lnTo>
                <a:cubicBezTo>
                  <a:pt x="1292225" y="1955800"/>
                  <a:pt x="1295400" y="1955800"/>
                  <a:pt x="1298575" y="1955800"/>
                </a:cubicBezTo>
                <a:cubicBezTo>
                  <a:pt x="1417320" y="1950720"/>
                  <a:pt x="1511300" y="1852295"/>
                  <a:pt x="1515745" y="1733550"/>
                </a:cubicBezTo>
                <a:lnTo>
                  <a:pt x="1537970" y="1026160"/>
                </a:lnTo>
                <a:cubicBezTo>
                  <a:pt x="1537970" y="923290"/>
                  <a:pt x="1529080" y="821055"/>
                  <a:pt x="1511935" y="719455"/>
                </a:cubicBezTo>
                <a:lnTo>
                  <a:pt x="1398905" y="54610"/>
                </a:lnTo>
                <a:lnTo>
                  <a:pt x="1440180" y="54610"/>
                </a:lnTo>
                <a:cubicBezTo>
                  <a:pt x="1454785" y="54610"/>
                  <a:pt x="1468120" y="43815"/>
                  <a:pt x="1469390" y="28575"/>
                </a:cubicBezTo>
                <a:cubicBezTo>
                  <a:pt x="1470025" y="12700"/>
                  <a:pt x="1457960" y="0"/>
                  <a:pt x="1442085" y="0"/>
                </a:cubicBezTo>
                <a:lnTo>
                  <a:pt x="97790" y="0"/>
                </a:lnTo>
                <a:cubicBezTo>
                  <a:pt x="83185" y="0"/>
                  <a:pt x="69850" y="11430"/>
                  <a:pt x="68580" y="26035"/>
                </a:cubicBezTo>
                <a:cubicBezTo>
                  <a:pt x="67945" y="41910"/>
                  <a:pt x="80645" y="54610"/>
                  <a:pt x="95885" y="54610"/>
                </a:cubicBezTo>
                <a:lnTo>
                  <a:pt x="139065" y="54610"/>
                </a:lnTo>
                <a:lnTo>
                  <a:pt x="26035" y="719455"/>
                </a:lnTo>
                <a:cubicBezTo>
                  <a:pt x="8890" y="821055"/>
                  <a:pt x="0" y="923290"/>
                  <a:pt x="0" y="1026160"/>
                </a:cubicBezTo>
                <a:lnTo>
                  <a:pt x="22225" y="1733550"/>
                </a:lnTo>
                <a:cubicBezTo>
                  <a:pt x="27305" y="1852295"/>
                  <a:pt x="120650" y="1950720"/>
                  <a:pt x="239395" y="1955800"/>
                </a:cubicBezTo>
              </a:path>
            </a:pathLst>
          </a:custGeom>
          <a:solidFill>
            <a:srgbClr val="0060B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pSp>
        <p:nvGrpSpPr>
          <p:cNvPr id="19" name="Graphic 17">
            <a:extLst>
              <a:ext uri="{FF2B5EF4-FFF2-40B4-BE49-F238E27FC236}">
                <a16:creationId xmlns:a16="http://schemas.microsoft.com/office/drawing/2014/main" id="{97631C71-3C41-A011-AB20-8064170AE1CB}"/>
              </a:ext>
            </a:extLst>
          </p:cNvPr>
          <p:cNvGrpSpPr>
            <a:grpSpLocks noChangeAspect="1"/>
          </p:cNvGrpSpPr>
          <p:nvPr/>
        </p:nvGrpSpPr>
        <p:grpSpPr>
          <a:xfrm>
            <a:off x="3929420" y="4527562"/>
            <a:ext cx="745184" cy="1166099"/>
            <a:chOff x="3880360" y="4472072"/>
            <a:chExt cx="901672" cy="1410980"/>
          </a:xfrm>
          <a:solidFill>
            <a:srgbClr val="005EB8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7FC7870-B1F8-CF96-F551-0C0E50FF1949}"/>
                </a:ext>
              </a:extLst>
            </p:cNvPr>
            <p:cNvSpPr>
              <a:spLocks/>
            </p:cNvSpPr>
            <p:nvPr/>
          </p:nvSpPr>
          <p:spPr>
            <a:xfrm>
              <a:off x="4024780" y="4472072"/>
              <a:ext cx="617303" cy="63903"/>
            </a:xfrm>
            <a:custGeom>
              <a:avLst/>
              <a:gdLst>
                <a:gd name="connsiteX0" fmla="*/ 26839 w 617303"/>
                <a:gd name="connsiteY0" fmla="*/ 63903 h 63903"/>
                <a:gd name="connsiteX1" fmla="*/ 138350 w 617303"/>
                <a:gd name="connsiteY1" fmla="*/ 63903 h 63903"/>
                <a:gd name="connsiteX2" fmla="*/ 138350 w 617303"/>
                <a:gd name="connsiteY2" fmla="*/ 60708 h 63903"/>
                <a:gd name="connsiteX3" fmla="*/ 156562 w 617303"/>
                <a:gd name="connsiteY3" fmla="*/ 42496 h 63903"/>
                <a:gd name="connsiteX4" fmla="*/ 455629 w 617303"/>
                <a:gd name="connsiteY4" fmla="*/ 42496 h 63903"/>
                <a:gd name="connsiteX5" fmla="*/ 473841 w 617303"/>
                <a:gd name="connsiteY5" fmla="*/ 60708 h 63903"/>
                <a:gd name="connsiteX6" fmla="*/ 473841 w 617303"/>
                <a:gd name="connsiteY6" fmla="*/ 63903 h 63903"/>
                <a:gd name="connsiteX7" fmla="*/ 593020 w 617303"/>
                <a:gd name="connsiteY7" fmla="*/ 63903 h 63903"/>
                <a:gd name="connsiteX8" fmla="*/ 617303 w 617303"/>
                <a:gd name="connsiteY8" fmla="*/ 41218 h 63903"/>
                <a:gd name="connsiteX9" fmla="*/ 306415 w 617303"/>
                <a:gd name="connsiteY9" fmla="*/ 0 h 63903"/>
                <a:gd name="connsiteX10" fmla="*/ 0 w 617303"/>
                <a:gd name="connsiteY10" fmla="*/ 39620 h 63903"/>
                <a:gd name="connsiteX11" fmla="*/ 26839 w 617303"/>
                <a:gd name="connsiteY11" fmla="*/ 63903 h 6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7303" h="63903">
                  <a:moveTo>
                    <a:pt x="26839" y="63903"/>
                  </a:moveTo>
                  <a:lnTo>
                    <a:pt x="138350" y="63903"/>
                  </a:lnTo>
                  <a:lnTo>
                    <a:pt x="138350" y="60708"/>
                  </a:lnTo>
                  <a:cubicBezTo>
                    <a:pt x="138350" y="50483"/>
                    <a:pt x="146657" y="42496"/>
                    <a:pt x="156562" y="42496"/>
                  </a:cubicBezTo>
                  <a:lnTo>
                    <a:pt x="455629" y="42496"/>
                  </a:lnTo>
                  <a:cubicBezTo>
                    <a:pt x="465853" y="42496"/>
                    <a:pt x="473841" y="50803"/>
                    <a:pt x="473841" y="60708"/>
                  </a:cubicBezTo>
                  <a:lnTo>
                    <a:pt x="473841" y="63903"/>
                  </a:lnTo>
                  <a:lnTo>
                    <a:pt x="593020" y="63903"/>
                  </a:lnTo>
                  <a:cubicBezTo>
                    <a:pt x="596535" y="59749"/>
                    <a:pt x="604842" y="50483"/>
                    <a:pt x="617303" y="41218"/>
                  </a:cubicBezTo>
                  <a:cubicBezTo>
                    <a:pt x="547010" y="16295"/>
                    <a:pt x="433902" y="0"/>
                    <a:pt x="306415" y="0"/>
                  </a:cubicBezTo>
                  <a:cubicBezTo>
                    <a:pt x="181804" y="0"/>
                    <a:pt x="70932" y="15656"/>
                    <a:pt x="0" y="39620"/>
                  </a:cubicBezTo>
                  <a:cubicBezTo>
                    <a:pt x="14059" y="49525"/>
                    <a:pt x="23325" y="59749"/>
                    <a:pt x="26839" y="63903"/>
                  </a:cubicBezTo>
                </a:path>
              </a:pathLst>
            </a:custGeom>
            <a:solidFill>
              <a:srgbClr val="005EB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27FF29C-574D-91E5-39FE-C26F5F5CBFD0}"/>
                </a:ext>
              </a:extLst>
            </p:cNvPr>
            <p:cNvSpPr>
              <a:spLocks/>
            </p:cNvSpPr>
            <p:nvPr/>
          </p:nvSpPr>
          <p:spPr>
            <a:xfrm>
              <a:off x="4634415" y="4500161"/>
              <a:ext cx="100008" cy="35813"/>
            </a:xfrm>
            <a:custGeom>
              <a:avLst/>
              <a:gdLst>
                <a:gd name="connsiteX0" fmla="*/ 100008 w 100008"/>
                <a:gd name="connsiteY0" fmla="*/ 35814 h 35813"/>
                <a:gd name="connsiteX1" fmla="*/ 87228 w 100008"/>
                <a:gd name="connsiteY1" fmla="*/ 5460 h 35813"/>
                <a:gd name="connsiteX2" fmla="*/ 62305 w 100008"/>
                <a:gd name="connsiteY2" fmla="*/ 987 h 35813"/>
                <a:gd name="connsiteX3" fmla="*/ 0 w 100008"/>
                <a:gd name="connsiteY3" fmla="*/ 35814 h 35813"/>
                <a:gd name="connsiteX4" fmla="*/ 100008 w 100008"/>
                <a:gd name="connsiteY4" fmla="*/ 35814 h 35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8" h="35813">
                  <a:moveTo>
                    <a:pt x="100008" y="35814"/>
                  </a:moveTo>
                  <a:cubicBezTo>
                    <a:pt x="99369" y="27826"/>
                    <a:pt x="96494" y="13448"/>
                    <a:pt x="87228" y="5460"/>
                  </a:cubicBezTo>
                  <a:cubicBezTo>
                    <a:pt x="81157" y="348"/>
                    <a:pt x="72849" y="-1250"/>
                    <a:pt x="62305" y="987"/>
                  </a:cubicBezTo>
                  <a:cubicBezTo>
                    <a:pt x="33230" y="6738"/>
                    <a:pt x="11183" y="24631"/>
                    <a:pt x="0" y="35814"/>
                  </a:cubicBezTo>
                  <a:lnTo>
                    <a:pt x="100008" y="35814"/>
                  </a:lnTo>
                  <a:close/>
                </a:path>
              </a:pathLst>
            </a:custGeom>
            <a:solidFill>
              <a:srgbClr val="005EB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602AFDC-1064-D729-63E8-EBBE6FB5AEA7}"/>
                </a:ext>
              </a:extLst>
            </p:cNvPr>
            <p:cNvSpPr>
              <a:spLocks/>
            </p:cNvSpPr>
            <p:nvPr/>
          </p:nvSpPr>
          <p:spPr>
            <a:xfrm>
              <a:off x="4498941" y="4547797"/>
              <a:ext cx="282451" cy="43134"/>
            </a:xfrm>
            <a:custGeom>
              <a:avLst/>
              <a:gdLst>
                <a:gd name="connsiteX0" fmla="*/ 0 w 282451"/>
                <a:gd name="connsiteY0" fmla="*/ 0 h 43134"/>
                <a:gd name="connsiteX1" fmla="*/ 0 w 282451"/>
                <a:gd name="connsiteY1" fmla="*/ 43135 h 43134"/>
                <a:gd name="connsiteX2" fmla="*/ 282451 w 282451"/>
                <a:gd name="connsiteY2" fmla="*/ 43135 h 43134"/>
                <a:gd name="connsiteX3" fmla="*/ 277339 w 282451"/>
                <a:gd name="connsiteY3" fmla="*/ 9905 h 43134"/>
                <a:gd name="connsiteX4" fmla="*/ 265837 w 282451"/>
                <a:gd name="connsiteY4" fmla="*/ 0 h 43134"/>
                <a:gd name="connsiteX5" fmla="*/ 247305 w 282451"/>
                <a:gd name="connsiteY5" fmla="*/ 0 h 43134"/>
                <a:gd name="connsiteX6" fmla="*/ 110552 w 282451"/>
                <a:gd name="connsiteY6" fmla="*/ 0 h 43134"/>
                <a:gd name="connsiteX7" fmla="*/ 0 w 282451"/>
                <a:gd name="connsiteY7" fmla="*/ 0 h 4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2451" h="43134">
                  <a:moveTo>
                    <a:pt x="0" y="0"/>
                  </a:moveTo>
                  <a:lnTo>
                    <a:pt x="0" y="43135"/>
                  </a:lnTo>
                  <a:lnTo>
                    <a:pt x="282451" y="43135"/>
                  </a:lnTo>
                  <a:lnTo>
                    <a:pt x="277339" y="9905"/>
                  </a:lnTo>
                  <a:cubicBezTo>
                    <a:pt x="276381" y="4154"/>
                    <a:pt x="271588" y="0"/>
                    <a:pt x="265837" y="0"/>
                  </a:cubicBezTo>
                  <a:lnTo>
                    <a:pt x="247305" y="0"/>
                  </a:lnTo>
                  <a:lnTo>
                    <a:pt x="1105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EB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EF021BE-337E-B38A-159B-BD3286575F0A}"/>
                </a:ext>
              </a:extLst>
            </p:cNvPr>
            <p:cNvSpPr>
              <a:spLocks/>
            </p:cNvSpPr>
            <p:nvPr/>
          </p:nvSpPr>
          <p:spPr>
            <a:xfrm>
              <a:off x="4174953" y="4526070"/>
              <a:ext cx="312485" cy="64861"/>
            </a:xfrm>
            <a:custGeom>
              <a:avLst/>
              <a:gdLst>
                <a:gd name="connsiteX0" fmla="*/ 0 w 312485"/>
                <a:gd name="connsiteY0" fmla="*/ 21727 h 64861"/>
                <a:gd name="connsiteX1" fmla="*/ 0 w 312485"/>
                <a:gd name="connsiteY1" fmla="*/ 64862 h 64861"/>
                <a:gd name="connsiteX2" fmla="*/ 312486 w 312485"/>
                <a:gd name="connsiteY2" fmla="*/ 64862 h 64861"/>
                <a:gd name="connsiteX3" fmla="*/ 312486 w 312485"/>
                <a:gd name="connsiteY3" fmla="*/ 21727 h 64861"/>
                <a:gd name="connsiteX4" fmla="*/ 312486 w 312485"/>
                <a:gd name="connsiteY4" fmla="*/ 9905 h 64861"/>
                <a:gd name="connsiteX5" fmla="*/ 312486 w 312485"/>
                <a:gd name="connsiteY5" fmla="*/ 6710 h 64861"/>
                <a:gd name="connsiteX6" fmla="*/ 305776 w 312485"/>
                <a:gd name="connsiteY6" fmla="*/ 0 h 64861"/>
                <a:gd name="connsiteX7" fmla="*/ 6710 w 312485"/>
                <a:gd name="connsiteY7" fmla="*/ 0 h 64861"/>
                <a:gd name="connsiteX8" fmla="*/ 0 w 312485"/>
                <a:gd name="connsiteY8" fmla="*/ 6710 h 64861"/>
                <a:gd name="connsiteX9" fmla="*/ 0 w 312485"/>
                <a:gd name="connsiteY9" fmla="*/ 9905 h 64861"/>
                <a:gd name="connsiteX10" fmla="*/ 0 w 312485"/>
                <a:gd name="connsiteY10" fmla="*/ 21727 h 64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2485" h="64861">
                  <a:moveTo>
                    <a:pt x="0" y="21727"/>
                  </a:moveTo>
                  <a:lnTo>
                    <a:pt x="0" y="64862"/>
                  </a:lnTo>
                  <a:lnTo>
                    <a:pt x="312486" y="64862"/>
                  </a:lnTo>
                  <a:lnTo>
                    <a:pt x="312486" y="21727"/>
                  </a:lnTo>
                  <a:lnTo>
                    <a:pt x="312486" y="9905"/>
                  </a:lnTo>
                  <a:lnTo>
                    <a:pt x="312486" y="6710"/>
                  </a:lnTo>
                  <a:cubicBezTo>
                    <a:pt x="312486" y="2876"/>
                    <a:pt x="309291" y="0"/>
                    <a:pt x="305776" y="0"/>
                  </a:cubicBezTo>
                  <a:lnTo>
                    <a:pt x="6710" y="0"/>
                  </a:lnTo>
                  <a:cubicBezTo>
                    <a:pt x="2876" y="0"/>
                    <a:pt x="0" y="3195"/>
                    <a:pt x="0" y="6710"/>
                  </a:cubicBezTo>
                  <a:lnTo>
                    <a:pt x="0" y="9905"/>
                  </a:lnTo>
                  <a:lnTo>
                    <a:pt x="0" y="21727"/>
                  </a:lnTo>
                  <a:close/>
                </a:path>
              </a:pathLst>
            </a:custGeom>
            <a:solidFill>
              <a:srgbClr val="005EB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D06564F-01EE-6B80-A883-06D020091600}"/>
                </a:ext>
              </a:extLst>
            </p:cNvPr>
            <p:cNvSpPr>
              <a:spLocks/>
            </p:cNvSpPr>
            <p:nvPr/>
          </p:nvSpPr>
          <p:spPr>
            <a:xfrm>
              <a:off x="3935636" y="4500309"/>
              <a:ext cx="100327" cy="35985"/>
            </a:xfrm>
            <a:custGeom>
              <a:avLst/>
              <a:gdLst>
                <a:gd name="connsiteX0" fmla="*/ 12781 w 100327"/>
                <a:gd name="connsiteY0" fmla="*/ 5631 h 35985"/>
                <a:gd name="connsiteX1" fmla="*/ 0 w 100327"/>
                <a:gd name="connsiteY1" fmla="*/ 35985 h 35985"/>
                <a:gd name="connsiteX2" fmla="*/ 100328 w 100327"/>
                <a:gd name="connsiteY2" fmla="*/ 35985 h 35985"/>
                <a:gd name="connsiteX3" fmla="*/ 37703 w 100327"/>
                <a:gd name="connsiteY3" fmla="*/ 838 h 35985"/>
                <a:gd name="connsiteX4" fmla="*/ 12781 w 100327"/>
                <a:gd name="connsiteY4" fmla="*/ 5631 h 35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27" h="35985">
                  <a:moveTo>
                    <a:pt x="12781" y="5631"/>
                  </a:moveTo>
                  <a:cubicBezTo>
                    <a:pt x="3515" y="13300"/>
                    <a:pt x="639" y="27997"/>
                    <a:pt x="0" y="35985"/>
                  </a:cubicBezTo>
                  <a:lnTo>
                    <a:pt x="100328" y="35985"/>
                  </a:lnTo>
                  <a:cubicBezTo>
                    <a:pt x="88825" y="24802"/>
                    <a:pt x="67098" y="6909"/>
                    <a:pt x="37703" y="838"/>
                  </a:cubicBezTo>
                  <a:cubicBezTo>
                    <a:pt x="27159" y="-1079"/>
                    <a:pt x="19171" y="199"/>
                    <a:pt x="12781" y="5631"/>
                  </a:cubicBezTo>
                </a:path>
              </a:pathLst>
            </a:custGeom>
            <a:solidFill>
              <a:srgbClr val="005EB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212A1C9-CAEB-E886-078D-F7A94BABDE23}"/>
                </a:ext>
              </a:extLst>
            </p:cNvPr>
            <p:cNvSpPr>
              <a:spLocks/>
            </p:cNvSpPr>
            <p:nvPr/>
          </p:nvSpPr>
          <p:spPr>
            <a:xfrm>
              <a:off x="3880360" y="4602434"/>
              <a:ext cx="901672" cy="1280618"/>
            </a:xfrm>
            <a:custGeom>
              <a:avLst/>
              <a:gdLst>
                <a:gd name="connsiteX0" fmla="*/ 618582 w 901672"/>
                <a:gd name="connsiteY0" fmla="*/ 0 h 1280618"/>
                <a:gd name="connsiteX1" fmla="*/ 283091 w 901672"/>
                <a:gd name="connsiteY1" fmla="*/ 0 h 1280618"/>
                <a:gd name="connsiteX2" fmla="*/ 0 w 901672"/>
                <a:gd name="connsiteY2" fmla="*/ 0 h 1280618"/>
                <a:gd name="connsiteX3" fmla="*/ 0 w 901672"/>
                <a:gd name="connsiteY3" fmla="*/ 1232052 h 1280618"/>
                <a:gd name="connsiteX4" fmla="*/ 48566 w 901672"/>
                <a:gd name="connsiteY4" fmla="*/ 1280619 h 1280618"/>
                <a:gd name="connsiteX5" fmla="*/ 853106 w 901672"/>
                <a:gd name="connsiteY5" fmla="*/ 1280619 h 1280618"/>
                <a:gd name="connsiteX6" fmla="*/ 901672 w 901672"/>
                <a:gd name="connsiteY6" fmla="*/ 1232052 h 1280618"/>
                <a:gd name="connsiteX7" fmla="*/ 901672 w 901672"/>
                <a:gd name="connsiteY7" fmla="*/ 0 h 1280618"/>
                <a:gd name="connsiteX8" fmla="*/ 618582 w 901672"/>
                <a:gd name="connsiteY8" fmla="*/ 0 h 1280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1672" h="1280618">
                  <a:moveTo>
                    <a:pt x="618582" y="0"/>
                  </a:moveTo>
                  <a:lnTo>
                    <a:pt x="283091" y="0"/>
                  </a:lnTo>
                  <a:lnTo>
                    <a:pt x="0" y="0"/>
                  </a:lnTo>
                  <a:lnTo>
                    <a:pt x="0" y="1232052"/>
                  </a:lnTo>
                  <a:cubicBezTo>
                    <a:pt x="0" y="1258892"/>
                    <a:pt x="21727" y="1280619"/>
                    <a:pt x="48566" y="1280619"/>
                  </a:cubicBezTo>
                  <a:lnTo>
                    <a:pt x="853106" y="1280619"/>
                  </a:lnTo>
                  <a:cubicBezTo>
                    <a:pt x="879945" y="1280619"/>
                    <a:pt x="901672" y="1258892"/>
                    <a:pt x="901672" y="1232052"/>
                  </a:cubicBezTo>
                  <a:lnTo>
                    <a:pt x="901672" y="0"/>
                  </a:lnTo>
                  <a:lnTo>
                    <a:pt x="618582" y="0"/>
                  </a:lnTo>
                  <a:close/>
                </a:path>
              </a:pathLst>
            </a:custGeom>
            <a:solidFill>
              <a:srgbClr val="005EB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80FB104-460B-5DA2-0B59-836B5541FE5C}"/>
                </a:ext>
              </a:extLst>
            </p:cNvPr>
            <p:cNvSpPr>
              <a:spLocks/>
            </p:cNvSpPr>
            <p:nvPr/>
          </p:nvSpPr>
          <p:spPr>
            <a:xfrm>
              <a:off x="3880999" y="4547797"/>
              <a:ext cx="282451" cy="43134"/>
            </a:xfrm>
            <a:custGeom>
              <a:avLst/>
              <a:gdLst>
                <a:gd name="connsiteX0" fmla="*/ 282451 w 282451"/>
                <a:gd name="connsiteY0" fmla="*/ 0 h 43134"/>
                <a:gd name="connsiteX1" fmla="*/ 179568 w 282451"/>
                <a:gd name="connsiteY1" fmla="*/ 0 h 43134"/>
                <a:gd name="connsiteX2" fmla="*/ 42815 w 282451"/>
                <a:gd name="connsiteY2" fmla="*/ 0 h 43134"/>
                <a:gd name="connsiteX3" fmla="*/ 16934 w 282451"/>
                <a:gd name="connsiteY3" fmla="*/ 0 h 43134"/>
                <a:gd name="connsiteX4" fmla="*/ 5432 w 282451"/>
                <a:gd name="connsiteY4" fmla="*/ 9905 h 43134"/>
                <a:gd name="connsiteX5" fmla="*/ 0 w 282451"/>
                <a:gd name="connsiteY5" fmla="*/ 43135 h 43134"/>
                <a:gd name="connsiteX6" fmla="*/ 282451 w 282451"/>
                <a:gd name="connsiteY6" fmla="*/ 43135 h 43134"/>
                <a:gd name="connsiteX7" fmla="*/ 282451 w 282451"/>
                <a:gd name="connsiteY7" fmla="*/ 0 h 43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2451" h="43134">
                  <a:moveTo>
                    <a:pt x="282451" y="0"/>
                  </a:moveTo>
                  <a:lnTo>
                    <a:pt x="179568" y="0"/>
                  </a:lnTo>
                  <a:lnTo>
                    <a:pt x="42815" y="0"/>
                  </a:lnTo>
                  <a:lnTo>
                    <a:pt x="16934" y="0"/>
                  </a:lnTo>
                  <a:cubicBezTo>
                    <a:pt x="11183" y="0"/>
                    <a:pt x="6390" y="4154"/>
                    <a:pt x="5432" y="9905"/>
                  </a:cubicBezTo>
                  <a:lnTo>
                    <a:pt x="0" y="43135"/>
                  </a:lnTo>
                  <a:lnTo>
                    <a:pt x="282451" y="43135"/>
                  </a:lnTo>
                  <a:lnTo>
                    <a:pt x="282451" y="0"/>
                  </a:lnTo>
                  <a:close/>
                </a:path>
              </a:pathLst>
            </a:custGeom>
            <a:solidFill>
              <a:srgbClr val="005EB8"/>
            </a:solidFill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C394020-B593-F922-C1B6-D8A8311F5F12}"/>
              </a:ext>
            </a:extLst>
          </p:cNvPr>
          <p:cNvSpPr txBox="1">
            <a:spLocks/>
          </p:cNvSpPr>
          <p:nvPr/>
        </p:nvSpPr>
        <p:spPr>
          <a:xfrm>
            <a:off x="924835" y="5781126"/>
            <a:ext cx="6094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l-NL" sz="1000" dirty="0"/>
              <a:t>WATER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281963-B129-AE95-99AE-490B3489CA14}"/>
              </a:ext>
            </a:extLst>
          </p:cNvPr>
          <p:cNvSpPr txBox="1">
            <a:spLocks/>
          </p:cNvSpPr>
          <p:nvPr/>
        </p:nvSpPr>
        <p:spPr>
          <a:xfrm>
            <a:off x="1694067" y="5781126"/>
            <a:ext cx="10021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l-NL" sz="1000" dirty="0"/>
              <a:t>PLANT BASED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AB2272-8EAA-2311-6411-68DEDD159D9E}"/>
              </a:ext>
            </a:extLst>
          </p:cNvPr>
          <p:cNvSpPr txBox="1">
            <a:spLocks/>
          </p:cNvSpPr>
          <p:nvPr/>
        </p:nvSpPr>
        <p:spPr>
          <a:xfrm>
            <a:off x="3006212" y="5781126"/>
            <a:ext cx="5485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l-NL" sz="1000" dirty="0"/>
              <a:t>DAIRY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AB59AA-D4BF-AAF7-82D2-404A573DB364}"/>
              </a:ext>
            </a:extLst>
          </p:cNvPr>
          <p:cNvSpPr txBox="1">
            <a:spLocks/>
          </p:cNvSpPr>
          <p:nvPr/>
        </p:nvSpPr>
        <p:spPr>
          <a:xfrm>
            <a:off x="3935273" y="5781126"/>
            <a:ext cx="837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l-NL" sz="1000" dirty="0"/>
              <a:t>EARLY LIFE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A61678-6A32-641B-08C4-A6268E5C1B56}"/>
              </a:ext>
            </a:extLst>
          </p:cNvPr>
          <p:cNvSpPr txBox="1">
            <a:spLocks/>
          </p:cNvSpPr>
          <p:nvPr/>
        </p:nvSpPr>
        <p:spPr>
          <a:xfrm>
            <a:off x="4937545" y="5781126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l-NL" sz="1000" dirty="0"/>
              <a:t>MEDICAL</a:t>
            </a:r>
          </a:p>
        </p:txBody>
      </p:sp>
      <p:sp>
        <p:nvSpPr>
          <p:cNvPr id="41" name="Content Placeholder 15">
            <a:extLst>
              <a:ext uri="{FF2B5EF4-FFF2-40B4-BE49-F238E27FC236}">
                <a16:creationId xmlns:a16="http://schemas.microsoft.com/office/drawing/2014/main" id="{B7842F23-DD2E-6396-18A6-DF9FED988DC0}"/>
              </a:ext>
            </a:extLst>
          </p:cNvPr>
          <p:cNvSpPr txBox="1">
            <a:spLocks/>
          </p:cNvSpPr>
          <p:nvPr/>
        </p:nvSpPr>
        <p:spPr>
          <a:xfrm>
            <a:off x="6417828" y="1890126"/>
            <a:ext cx="4927157" cy="44252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Danone One Light" panose="020B0304030202020204" pitchFamily="34" charset="0"/>
              <a:buNone/>
              <a:defRPr sz="2000" b="1" kern="1200" cap="all" baseline="0">
                <a:solidFill>
                  <a:srgbClr val="005EB8"/>
                </a:solidFill>
                <a:latin typeface="Danone One Condensed" panose="020B0604020202020204" charset="0"/>
                <a:ea typeface="Danone One Condensed" panose="020B0604020202020204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800" kern="1200">
                <a:solidFill>
                  <a:schemeClr val="tx1"/>
                </a:solidFill>
                <a:latin typeface="Danone One Light" panose="020B0604020202020204" charset="0"/>
                <a:ea typeface="Danone One" panose="020B0604020202020204" charset="0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None/>
              <a:defRPr sz="1600" kern="1200">
                <a:solidFill>
                  <a:schemeClr val="tx1"/>
                </a:solidFill>
                <a:latin typeface="Danone One Light" panose="020B0604020202020204" charset="0"/>
                <a:ea typeface="Danone One" panose="020B0604020202020204" charset="0"/>
                <a:cs typeface="+mn-cs"/>
              </a:defRPr>
            </a:lvl3pPr>
            <a:lvl4pPr marL="179388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604020202020204" charset="0"/>
                <a:ea typeface="Danone One" panose="020B0604020202020204" charset="0"/>
                <a:cs typeface="+mn-cs"/>
              </a:defRPr>
            </a:lvl4pPr>
            <a:lvl5pPr marL="358775" indent="-1793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Danone One Light" panose="020B0304030202020204" pitchFamily="34" charset="0"/>
              <a:buChar char="-"/>
              <a:defRPr sz="1600" kern="1200">
                <a:solidFill>
                  <a:schemeClr val="tx1"/>
                </a:solidFill>
                <a:latin typeface="Danone One Light" panose="020B0604020202020204" charset="0"/>
                <a:ea typeface="Danone One" panose="020B060402020202020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Danone One Light" panose="020B030403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latin typeface="Danone One Condensed" panose="020B0504030202020204" pitchFamily="34" charset="0"/>
              </a:rPr>
              <a:t>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37610B0-3769-2518-F528-DDAF94C16E0F}"/>
              </a:ext>
            </a:extLst>
          </p:cNvPr>
          <p:cNvSpPr>
            <a:spLocks/>
          </p:cNvSpPr>
          <p:nvPr/>
        </p:nvSpPr>
        <p:spPr>
          <a:xfrm>
            <a:off x="8856799" y="2467406"/>
            <a:ext cx="2596926" cy="611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200" b="1" dirty="0" err="1">
                <a:solidFill>
                  <a:schemeClr val="tx1"/>
                </a:solidFill>
                <a:latin typeface="Danone One Light" panose="020B0304030202020204" pitchFamily="34" charset="0"/>
              </a:rPr>
              <a:t>Primary</a:t>
            </a:r>
            <a:r>
              <a:rPr lang="nl-NL" sz="1200" b="1" dirty="0">
                <a:solidFill>
                  <a:schemeClr val="tx1"/>
                </a:solidFill>
                <a:latin typeface="Danone One Light" panose="020B0304030202020204" pitchFamily="34" charset="0"/>
              </a:rPr>
              <a:t> Danone </a:t>
            </a:r>
            <a:r>
              <a:rPr lang="nl-NL" sz="1200" b="1" dirty="0" err="1">
                <a:solidFill>
                  <a:schemeClr val="tx1"/>
                </a:solidFill>
                <a:latin typeface="Danone One Light" panose="020B0304030202020204" pitchFamily="34" charset="0"/>
              </a:rPr>
              <a:t>colors</a:t>
            </a:r>
            <a:r>
              <a:rPr lang="nl-NL" sz="1200" b="1" dirty="0">
                <a:solidFill>
                  <a:schemeClr val="tx1"/>
                </a:solidFill>
                <a:latin typeface="Danone One Light" panose="020B0304030202020204" pitchFamily="34" charset="0"/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F89862-D689-8A22-2294-327CA21DD16E}"/>
              </a:ext>
            </a:extLst>
          </p:cNvPr>
          <p:cNvSpPr txBox="1">
            <a:spLocks/>
          </p:cNvSpPr>
          <p:nvPr/>
        </p:nvSpPr>
        <p:spPr>
          <a:xfrm>
            <a:off x="8856799" y="3090961"/>
            <a:ext cx="2143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1200" dirty="0">
                <a:latin typeface="Danone One Light" panose="020B0304030202020204" pitchFamily="34" charset="0"/>
              </a:rPr>
              <a:t>The </a:t>
            </a:r>
            <a:r>
              <a:rPr lang="nl-NL" sz="1200" dirty="0" err="1">
                <a:latin typeface="Danone One Light" panose="020B0304030202020204" pitchFamily="34" charset="0"/>
              </a:rPr>
              <a:t>shades</a:t>
            </a:r>
            <a:r>
              <a:rPr lang="nl-NL" sz="1200" dirty="0">
                <a:latin typeface="Danone One Light" panose="020B0304030202020204" pitchFamily="34" charset="0"/>
              </a:rPr>
              <a:t> are PowerPoint </a:t>
            </a:r>
            <a:r>
              <a:rPr lang="nl-NL" sz="1200" dirty="0" err="1">
                <a:latin typeface="Danone One Light" panose="020B0304030202020204" pitchFamily="34" charset="0"/>
              </a:rPr>
              <a:t>generated</a:t>
            </a:r>
            <a:r>
              <a:rPr lang="nl-NL" sz="1200" dirty="0">
                <a:latin typeface="Danone One Light" panose="020B0304030202020204" pitchFamily="34" charset="0"/>
              </a:rPr>
              <a:t> </a:t>
            </a:r>
            <a:r>
              <a:rPr lang="nl-NL" sz="1200" dirty="0" err="1">
                <a:latin typeface="Danone One Light" panose="020B0304030202020204" pitchFamily="34" charset="0"/>
              </a:rPr>
              <a:t>and</a:t>
            </a:r>
            <a:r>
              <a:rPr lang="nl-NL" sz="1200" dirty="0">
                <a:latin typeface="Danone One Light" panose="020B0304030202020204" pitchFamily="34" charset="0"/>
              </a:rPr>
              <a:t> do </a:t>
            </a:r>
            <a:r>
              <a:rPr lang="nl-NL" sz="1200" dirty="0" err="1">
                <a:latin typeface="Danone One Light" panose="020B0304030202020204" pitchFamily="34" charset="0"/>
              </a:rPr>
              <a:t>not</a:t>
            </a:r>
            <a:r>
              <a:rPr lang="nl-NL" sz="1200" dirty="0">
                <a:latin typeface="Danone One Light" panose="020B0304030202020204" pitchFamily="34" charset="0"/>
              </a:rPr>
              <a:t> conform </a:t>
            </a:r>
            <a:r>
              <a:rPr lang="nl-NL" sz="1200" dirty="0" err="1">
                <a:latin typeface="Danone One Light" panose="020B0304030202020204" pitchFamily="34" charset="0"/>
              </a:rPr>
              <a:t>to</a:t>
            </a:r>
            <a:r>
              <a:rPr lang="nl-NL" sz="1200" dirty="0">
                <a:latin typeface="Danone One Light" panose="020B0304030202020204" pitchFamily="34" charset="0"/>
              </a:rPr>
              <a:t> </a:t>
            </a:r>
            <a:r>
              <a:rPr lang="nl-NL" sz="1200" dirty="0" err="1">
                <a:latin typeface="Danone One Light" panose="020B0304030202020204" pitchFamily="34" charset="0"/>
              </a:rPr>
              <a:t>brandbook</a:t>
            </a:r>
            <a:r>
              <a:rPr lang="nl-NL" sz="1200" dirty="0">
                <a:latin typeface="Danone One Light" panose="020B0304030202020204" pitchFamily="34" charset="0"/>
              </a:rPr>
              <a:t>. </a:t>
            </a:r>
          </a:p>
        </p:txBody>
      </p:sp>
      <p:sp>
        <p:nvSpPr>
          <p:cNvPr id="7" name="Vrije vorm: vorm 11">
            <a:extLst>
              <a:ext uri="{FF2B5EF4-FFF2-40B4-BE49-F238E27FC236}">
                <a16:creationId xmlns:a16="http://schemas.microsoft.com/office/drawing/2014/main" id="{6D885956-9FE0-3AFC-B882-3443019B2934}"/>
              </a:ext>
            </a:extLst>
          </p:cNvPr>
          <p:cNvSpPr>
            <a:spLocks noChangeAspect="1"/>
          </p:cNvSpPr>
          <p:nvPr/>
        </p:nvSpPr>
        <p:spPr>
          <a:xfrm>
            <a:off x="5030497" y="4601242"/>
            <a:ext cx="483305" cy="1092419"/>
          </a:xfrm>
          <a:custGeom>
            <a:avLst/>
            <a:gdLst>
              <a:gd name="connsiteX0" fmla="*/ 934805 w 1042841"/>
              <a:gd name="connsiteY0" fmla="*/ 1500505 h 2357145"/>
              <a:gd name="connsiteX1" fmla="*/ 992591 w 1042841"/>
              <a:gd name="connsiteY1" fmla="*/ 898525 h 2357145"/>
              <a:gd name="connsiteX2" fmla="*/ 885911 w 1042841"/>
              <a:gd name="connsiteY2" fmla="*/ 407670 h 2357145"/>
              <a:gd name="connsiteX3" fmla="*/ 890355 w 1042841"/>
              <a:gd name="connsiteY3" fmla="*/ 375920 h 2357145"/>
              <a:gd name="connsiteX4" fmla="*/ 901151 w 1042841"/>
              <a:gd name="connsiteY4" fmla="*/ 358775 h 2357145"/>
              <a:gd name="connsiteX5" fmla="*/ 901151 w 1042841"/>
              <a:gd name="connsiteY5" fmla="*/ 86360 h 2357145"/>
              <a:gd name="connsiteX6" fmla="*/ 814791 w 1042841"/>
              <a:gd name="connsiteY6" fmla="*/ 0 h 2357145"/>
              <a:gd name="connsiteX7" fmla="*/ 520786 w 1042841"/>
              <a:gd name="connsiteY7" fmla="*/ 0 h 2357145"/>
              <a:gd name="connsiteX8" fmla="*/ 226780 w 1042841"/>
              <a:gd name="connsiteY8" fmla="*/ 0 h 2357145"/>
              <a:gd name="connsiteX9" fmla="*/ 140420 w 1042841"/>
              <a:gd name="connsiteY9" fmla="*/ 86360 h 2357145"/>
              <a:gd name="connsiteX10" fmla="*/ 140420 w 1042841"/>
              <a:gd name="connsiteY10" fmla="*/ 358775 h 2357145"/>
              <a:gd name="connsiteX11" fmla="*/ 151216 w 1042841"/>
              <a:gd name="connsiteY11" fmla="*/ 375920 h 2357145"/>
              <a:gd name="connsiteX12" fmla="*/ 155661 w 1042841"/>
              <a:gd name="connsiteY12" fmla="*/ 407670 h 2357145"/>
              <a:gd name="connsiteX13" fmla="*/ 48980 w 1042841"/>
              <a:gd name="connsiteY13" fmla="*/ 898525 h 2357145"/>
              <a:gd name="connsiteX14" fmla="*/ 106766 w 1042841"/>
              <a:gd name="connsiteY14" fmla="*/ 1500505 h 2357145"/>
              <a:gd name="connsiteX15" fmla="*/ 106130 w 1042841"/>
              <a:gd name="connsiteY15" fmla="*/ 1501775 h 2357145"/>
              <a:gd name="connsiteX16" fmla="*/ 40726 w 1042841"/>
              <a:gd name="connsiteY16" fmla="*/ 2160270 h 2357145"/>
              <a:gd name="connsiteX17" fmla="*/ 521420 w 1042841"/>
              <a:gd name="connsiteY17" fmla="*/ 2356485 h 2357145"/>
              <a:gd name="connsiteX18" fmla="*/ 1002116 w 1042841"/>
              <a:gd name="connsiteY18" fmla="*/ 2160270 h 2357145"/>
              <a:gd name="connsiteX19" fmla="*/ 936711 w 1042841"/>
              <a:gd name="connsiteY19" fmla="*/ 1501775 h 2357145"/>
              <a:gd name="connsiteX20" fmla="*/ 934805 w 1042841"/>
              <a:gd name="connsiteY20" fmla="*/ 1500505 h 2357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042841" h="2357145">
                <a:moveTo>
                  <a:pt x="934805" y="1500505"/>
                </a:moveTo>
                <a:cubicBezTo>
                  <a:pt x="929726" y="1484630"/>
                  <a:pt x="837651" y="1189990"/>
                  <a:pt x="992591" y="898525"/>
                </a:cubicBezTo>
                <a:cubicBezTo>
                  <a:pt x="1124036" y="650875"/>
                  <a:pt x="950680" y="464820"/>
                  <a:pt x="885911" y="407670"/>
                </a:cubicBezTo>
                <a:cubicBezTo>
                  <a:pt x="875751" y="398145"/>
                  <a:pt x="877655" y="382270"/>
                  <a:pt x="890355" y="375920"/>
                </a:cubicBezTo>
                <a:cubicBezTo>
                  <a:pt x="897341" y="372745"/>
                  <a:pt x="901151" y="365760"/>
                  <a:pt x="901151" y="358775"/>
                </a:cubicBezTo>
                <a:lnTo>
                  <a:pt x="901151" y="86360"/>
                </a:lnTo>
                <a:cubicBezTo>
                  <a:pt x="901151" y="38735"/>
                  <a:pt x="862416" y="0"/>
                  <a:pt x="814791" y="0"/>
                </a:cubicBezTo>
                <a:lnTo>
                  <a:pt x="520786" y="0"/>
                </a:lnTo>
                <a:lnTo>
                  <a:pt x="226780" y="0"/>
                </a:lnTo>
                <a:cubicBezTo>
                  <a:pt x="179155" y="0"/>
                  <a:pt x="140420" y="38735"/>
                  <a:pt x="140420" y="86360"/>
                </a:cubicBezTo>
                <a:lnTo>
                  <a:pt x="140420" y="358775"/>
                </a:lnTo>
                <a:cubicBezTo>
                  <a:pt x="140420" y="365760"/>
                  <a:pt x="144866" y="372745"/>
                  <a:pt x="151216" y="375920"/>
                </a:cubicBezTo>
                <a:cubicBezTo>
                  <a:pt x="163916" y="382270"/>
                  <a:pt x="165820" y="398780"/>
                  <a:pt x="155661" y="407670"/>
                </a:cubicBezTo>
                <a:cubicBezTo>
                  <a:pt x="91526" y="464820"/>
                  <a:pt x="-82464" y="650875"/>
                  <a:pt x="48980" y="898525"/>
                </a:cubicBezTo>
                <a:cubicBezTo>
                  <a:pt x="203920" y="1189990"/>
                  <a:pt x="111845" y="1484630"/>
                  <a:pt x="106766" y="1500505"/>
                </a:cubicBezTo>
                <a:cubicBezTo>
                  <a:pt x="106766" y="1501140"/>
                  <a:pt x="106766" y="1501140"/>
                  <a:pt x="106130" y="1501775"/>
                </a:cubicBezTo>
                <a:cubicBezTo>
                  <a:pt x="31201" y="1701165"/>
                  <a:pt x="-51349" y="1953260"/>
                  <a:pt x="40726" y="2160270"/>
                </a:cubicBezTo>
                <a:cubicBezTo>
                  <a:pt x="117561" y="2332990"/>
                  <a:pt x="332826" y="2361565"/>
                  <a:pt x="521420" y="2356485"/>
                </a:cubicBezTo>
                <a:cubicBezTo>
                  <a:pt x="709380" y="2362200"/>
                  <a:pt x="924645" y="2333625"/>
                  <a:pt x="1002116" y="2160270"/>
                </a:cubicBezTo>
                <a:cubicBezTo>
                  <a:pt x="1094191" y="1953260"/>
                  <a:pt x="1011641" y="1701165"/>
                  <a:pt x="936711" y="1501775"/>
                </a:cubicBezTo>
                <a:cubicBezTo>
                  <a:pt x="934805" y="1501140"/>
                  <a:pt x="934805" y="1500505"/>
                  <a:pt x="934805" y="1500505"/>
                </a:cubicBezTo>
              </a:path>
            </a:pathLst>
          </a:custGeom>
          <a:solidFill>
            <a:srgbClr val="0060B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5F48DC-0B1C-AECB-B15B-D0BB71738474}"/>
              </a:ext>
            </a:extLst>
          </p:cNvPr>
          <p:cNvSpPr>
            <a:spLocks/>
          </p:cNvSpPr>
          <p:nvPr/>
        </p:nvSpPr>
        <p:spPr>
          <a:xfrm>
            <a:off x="6476717" y="2659186"/>
            <a:ext cx="1908000" cy="239514"/>
          </a:xfrm>
          <a:prstGeom prst="rect">
            <a:avLst/>
          </a:prstGeom>
          <a:noFill/>
          <a:ln w="12700">
            <a:solidFill>
              <a:srgbClr val="54AD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0C80B7-3429-3E30-821E-6668292C5A33}"/>
              </a:ext>
            </a:extLst>
          </p:cNvPr>
          <p:cNvSpPr>
            <a:spLocks/>
          </p:cNvSpPr>
          <p:nvPr/>
        </p:nvSpPr>
        <p:spPr>
          <a:xfrm>
            <a:off x="6476717" y="2942183"/>
            <a:ext cx="1908000" cy="728584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11DF8-B293-B08F-211B-407389BCBD79}"/>
              </a:ext>
            </a:extLst>
          </p:cNvPr>
          <p:cNvSpPr txBox="1">
            <a:spLocks/>
          </p:cNvSpPr>
          <p:nvPr/>
        </p:nvSpPr>
        <p:spPr>
          <a:xfrm>
            <a:off x="8856799" y="5124321"/>
            <a:ext cx="2143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NL" sz="1200" dirty="0">
                <a:latin typeface="Danone One Light" panose="020B0304030202020204" pitchFamily="34" charset="0"/>
              </a:rPr>
              <a:t>Do </a:t>
            </a:r>
            <a:r>
              <a:rPr lang="nl-NL" sz="1200" dirty="0" err="1">
                <a:latin typeface="Danone One Light" panose="020B0304030202020204" pitchFamily="34" charset="0"/>
              </a:rPr>
              <a:t>not</a:t>
            </a:r>
            <a:r>
              <a:rPr lang="nl-NL" sz="1200" dirty="0">
                <a:latin typeface="Danone One Light" panose="020B0304030202020204" pitchFamily="34" charset="0"/>
              </a:rPr>
              <a:t> </a:t>
            </a:r>
            <a:r>
              <a:rPr lang="nl-NL" sz="1200" dirty="0" err="1">
                <a:latin typeface="Danone One Light" panose="020B0304030202020204" pitchFamily="34" charset="0"/>
              </a:rPr>
              <a:t>use</a:t>
            </a:r>
            <a:r>
              <a:rPr lang="nl-NL" sz="1200" dirty="0">
                <a:latin typeface="Danone One Light" panose="020B0304030202020204" pitchFamily="34" charset="0"/>
              </a:rPr>
              <a:t> </a:t>
            </a:r>
            <a:r>
              <a:rPr lang="nl-NL" sz="1200" dirty="0" err="1">
                <a:latin typeface="Danone One Light" panose="020B0304030202020204" pitchFamily="34" charset="0"/>
              </a:rPr>
              <a:t>the</a:t>
            </a:r>
            <a:r>
              <a:rPr lang="nl-NL" sz="1200" dirty="0">
                <a:latin typeface="Danone One Light" panose="020B0304030202020204" pitchFamily="34" charset="0"/>
              </a:rPr>
              <a:t> Standard Colors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4957F3-BBB8-040A-825A-31E88F51CBCD}"/>
              </a:ext>
            </a:extLst>
          </p:cNvPr>
          <p:cNvSpPr>
            <a:spLocks/>
          </p:cNvSpPr>
          <p:nvPr/>
        </p:nvSpPr>
        <p:spPr>
          <a:xfrm>
            <a:off x="6476717" y="4044702"/>
            <a:ext cx="1908000" cy="798305"/>
          </a:xfrm>
          <a:prstGeom prst="rect">
            <a:avLst/>
          </a:prstGeom>
          <a:noFill/>
          <a:ln w="12700">
            <a:solidFill>
              <a:srgbClr val="54AD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7B91E8-7940-9A34-E19E-C54F2F3E2A6E}"/>
              </a:ext>
            </a:extLst>
          </p:cNvPr>
          <p:cNvSpPr>
            <a:spLocks/>
          </p:cNvSpPr>
          <p:nvPr/>
        </p:nvSpPr>
        <p:spPr>
          <a:xfrm>
            <a:off x="6476717" y="5180315"/>
            <a:ext cx="1908000" cy="239515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E4D7B-A0EC-3CD7-0511-5E4D4B3A6B5B}"/>
              </a:ext>
            </a:extLst>
          </p:cNvPr>
          <p:cNvSpPr>
            <a:spLocks/>
          </p:cNvSpPr>
          <p:nvPr/>
        </p:nvSpPr>
        <p:spPr>
          <a:xfrm>
            <a:off x="8856799" y="4102656"/>
            <a:ext cx="2596926" cy="611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200" b="1" dirty="0" err="1">
                <a:solidFill>
                  <a:schemeClr val="tx1"/>
                </a:solidFill>
                <a:latin typeface="Danone One Light" panose="020B0304030202020204" pitchFamily="34" charset="0"/>
              </a:rPr>
              <a:t>All</a:t>
            </a:r>
            <a:r>
              <a:rPr lang="nl-NL" sz="1200" b="1" dirty="0">
                <a:solidFill>
                  <a:schemeClr val="tx1"/>
                </a:solidFill>
                <a:latin typeface="Danone One Light" panose="020B0304030202020204" pitchFamily="34" charset="0"/>
              </a:rPr>
              <a:t> Danone </a:t>
            </a:r>
            <a:r>
              <a:rPr lang="nl-NL" sz="1200" b="1" dirty="0" err="1">
                <a:solidFill>
                  <a:schemeClr val="tx1"/>
                </a:solidFill>
                <a:latin typeface="Danone One Light" panose="020B0304030202020204" pitchFamily="34" charset="0"/>
              </a:rPr>
              <a:t>colors</a:t>
            </a:r>
            <a:r>
              <a:rPr lang="nl-NL" sz="1200" b="1" dirty="0">
                <a:solidFill>
                  <a:schemeClr val="tx1"/>
                </a:solidFill>
                <a:latin typeface="Danone One Light" panose="020B0304030202020204" pitchFamily="34" charset="0"/>
              </a:rPr>
              <a:t> </a:t>
            </a:r>
            <a:r>
              <a:rPr lang="nl-NL" sz="1200" b="1" dirty="0" err="1">
                <a:solidFill>
                  <a:schemeClr val="tx1"/>
                </a:solidFill>
                <a:latin typeface="Danone One Light" panose="020B0304030202020204" pitchFamily="34" charset="0"/>
              </a:rPr>
              <a:t>and</a:t>
            </a:r>
            <a:r>
              <a:rPr lang="nl-NL" sz="1200" b="1" dirty="0">
                <a:solidFill>
                  <a:schemeClr val="tx1"/>
                </a:solidFill>
                <a:latin typeface="Danone One Light" panose="020B0304030202020204" pitchFamily="34" charset="0"/>
              </a:rPr>
              <a:t> </a:t>
            </a:r>
            <a:r>
              <a:rPr lang="nl-NL" sz="1200" b="1" dirty="0" err="1">
                <a:solidFill>
                  <a:schemeClr val="tx1"/>
                </a:solidFill>
                <a:latin typeface="Danone One Light" panose="020B0304030202020204" pitchFamily="34" charset="0"/>
              </a:rPr>
              <a:t>shades</a:t>
            </a:r>
            <a:endParaRPr lang="nl-NL" sz="1200" b="1" dirty="0">
              <a:solidFill>
                <a:schemeClr val="tx1"/>
              </a:solidFill>
              <a:latin typeface="Danone One Light" panose="020B030403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5788F01-7901-A698-6A52-B6F965DF9CB0}"/>
              </a:ext>
            </a:extLst>
          </p:cNvPr>
          <p:cNvCxnSpPr>
            <a:cxnSpLocks/>
          </p:cNvCxnSpPr>
          <p:nvPr/>
        </p:nvCxnSpPr>
        <p:spPr>
          <a:xfrm flipV="1">
            <a:off x="8388441" y="2773107"/>
            <a:ext cx="180000" cy="0"/>
          </a:xfrm>
          <a:prstGeom prst="straightConnector1">
            <a:avLst/>
          </a:prstGeom>
          <a:ln w="12700">
            <a:solidFill>
              <a:srgbClr val="54AD18"/>
            </a:solidFill>
            <a:headEnd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96481F-C904-8378-43E3-E1D96457EA7E}"/>
              </a:ext>
            </a:extLst>
          </p:cNvPr>
          <p:cNvCxnSpPr>
            <a:cxnSpLocks/>
          </p:cNvCxnSpPr>
          <p:nvPr/>
        </p:nvCxnSpPr>
        <p:spPr>
          <a:xfrm flipV="1">
            <a:off x="8388441" y="3317519"/>
            <a:ext cx="180000" cy="0"/>
          </a:xfrm>
          <a:prstGeom prst="straightConnector1">
            <a:avLst/>
          </a:prstGeom>
          <a:ln w="12700">
            <a:solidFill>
              <a:schemeClr val="accent3"/>
            </a:solidFill>
            <a:headEnd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920A20D-1BA9-2316-4743-9072F06243E4}"/>
              </a:ext>
            </a:extLst>
          </p:cNvPr>
          <p:cNvCxnSpPr>
            <a:cxnSpLocks/>
          </p:cNvCxnSpPr>
          <p:nvPr/>
        </p:nvCxnSpPr>
        <p:spPr>
          <a:xfrm flipV="1">
            <a:off x="8388441" y="4418663"/>
            <a:ext cx="180000" cy="0"/>
          </a:xfrm>
          <a:prstGeom prst="straightConnector1">
            <a:avLst/>
          </a:prstGeom>
          <a:ln w="12700">
            <a:solidFill>
              <a:srgbClr val="54AD18"/>
            </a:solidFill>
            <a:headEnd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FF93902-A9C5-B7E3-98A1-8623BD79CB42}"/>
              </a:ext>
            </a:extLst>
          </p:cNvPr>
          <p:cNvCxnSpPr>
            <a:cxnSpLocks/>
          </p:cNvCxnSpPr>
          <p:nvPr/>
        </p:nvCxnSpPr>
        <p:spPr>
          <a:xfrm flipV="1">
            <a:off x="8388441" y="5307306"/>
            <a:ext cx="180000" cy="0"/>
          </a:xfrm>
          <a:prstGeom prst="straightConnector1">
            <a:avLst/>
          </a:prstGeom>
          <a:ln w="12700">
            <a:solidFill>
              <a:schemeClr val="accent3"/>
            </a:solidFill>
            <a:headEnd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Graphic 52">
            <a:extLst>
              <a:ext uri="{FF2B5EF4-FFF2-40B4-BE49-F238E27FC236}">
                <a16:creationId xmlns:a16="http://schemas.microsoft.com/office/drawing/2014/main" id="{BDB69E07-6BEC-8765-990E-97CA17093FAC}"/>
              </a:ext>
            </a:extLst>
          </p:cNvPr>
          <p:cNvPicPr>
            <a:picLocks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19617" y="2633365"/>
            <a:ext cx="279483" cy="279483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07AC48E6-CF5E-E9D3-4908-97D01203985B}"/>
              </a:ext>
            </a:extLst>
          </p:cNvPr>
          <p:cNvPicPr>
            <a:picLocks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4252" y="4276658"/>
            <a:ext cx="279483" cy="279483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7908AD48-13D9-D51C-FE48-88BC56903F21}"/>
              </a:ext>
            </a:extLst>
          </p:cNvPr>
          <p:cNvPicPr>
            <a:picLocks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8487" y="3226735"/>
            <a:ext cx="181568" cy="181568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6E60CD97-DF3D-0D45-1C34-393958B814D3}"/>
              </a:ext>
            </a:extLst>
          </p:cNvPr>
          <p:cNvPicPr>
            <a:picLocks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9164" y="5222961"/>
            <a:ext cx="181568" cy="18156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88FE2-3669-D851-95A3-3FE1A4C17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13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Placeholder 20" descr="A group of people holding a globe&#10;&#10;Description automatically generated">
            <a:extLst>
              <a:ext uri="{FF2B5EF4-FFF2-40B4-BE49-F238E27FC236}">
                <a16:creationId xmlns:a16="http://schemas.microsoft.com/office/drawing/2014/main" id="{C130B2E6-E694-C292-1CAA-1AA46571824A}"/>
              </a:ext>
            </a:extLst>
          </p:cNvPr>
          <p:cNvPicPr>
            <a:picLocks noGrp="1"/>
          </p:cNvPicPr>
          <p:nvPr>
            <p:ph type="pic" sz="quarter" idx="15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002" b="25002"/>
          <a:stretch/>
        </p:blipFill>
        <p:spPr>
          <a:xfrm>
            <a:off x="4" y="5"/>
            <a:ext cx="11571707" cy="3428996"/>
          </a:xfr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21FD715-4D9B-CA45-44F4-93D147086D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9244" y="3973263"/>
            <a:ext cx="2520000" cy="2376000"/>
          </a:xfrm>
        </p:spPr>
        <p:txBody>
          <a:bodyPr/>
          <a:lstStyle/>
          <a:p>
            <a:r>
              <a:rPr lang="en-GB" dirty="0"/>
              <a:t>Insert description text here. </a:t>
            </a:r>
            <a:r>
              <a:rPr lang="en-GB" sz="1600" dirty="0"/>
              <a:t>Lorem ipsum </a:t>
            </a:r>
            <a:r>
              <a:rPr lang="en-GB" sz="1600" dirty="0" err="1"/>
              <a:t>dolor</a:t>
            </a:r>
            <a:r>
              <a:rPr lang="en-GB" sz="1600" dirty="0"/>
              <a:t> sit </a:t>
            </a:r>
            <a:r>
              <a:rPr lang="en-GB" sz="1600" dirty="0" err="1"/>
              <a:t>amet</a:t>
            </a:r>
            <a:r>
              <a:rPr lang="en-GB" sz="1600" dirty="0"/>
              <a:t>, </a:t>
            </a:r>
            <a:r>
              <a:rPr lang="en-GB" sz="1600" dirty="0" err="1"/>
              <a:t>consectetur</a:t>
            </a:r>
            <a:r>
              <a:rPr lang="en-GB" sz="1600" dirty="0"/>
              <a:t> </a:t>
            </a:r>
            <a:r>
              <a:rPr lang="en-GB" sz="1600" dirty="0" err="1"/>
              <a:t>adipiscing</a:t>
            </a:r>
            <a:r>
              <a:rPr lang="en-GB" sz="1600" dirty="0"/>
              <a:t> </a:t>
            </a:r>
            <a:r>
              <a:rPr lang="en-GB" sz="1600" dirty="0" err="1"/>
              <a:t>elit</a:t>
            </a:r>
            <a:r>
              <a:rPr lang="en-GB" sz="1600" dirty="0"/>
              <a:t>. </a:t>
            </a:r>
          </a:p>
          <a:p>
            <a:r>
              <a:rPr lang="en-GB" sz="1600" dirty="0"/>
              <a:t>In </a:t>
            </a:r>
            <a:r>
              <a:rPr lang="en-GB" sz="1600" dirty="0" err="1"/>
              <a:t>sed</a:t>
            </a:r>
            <a:r>
              <a:rPr lang="en-GB" sz="1600" dirty="0"/>
              <a:t> </a:t>
            </a:r>
            <a:r>
              <a:rPr lang="en-GB" sz="1600" dirty="0" err="1"/>
              <a:t>purus</a:t>
            </a:r>
            <a:r>
              <a:rPr lang="en-GB" sz="1600" dirty="0"/>
              <a:t> </a:t>
            </a:r>
            <a:r>
              <a:rPr lang="en-GB" sz="1600" dirty="0" err="1"/>
              <a:t>sed</a:t>
            </a:r>
            <a:r>
              <a:rPr lang="en-GB" sz="1600" dirty="0"/>
              <a:t> </a:t>
            </a:r>
            <a:r>
              <a:rPr lang="en-GB" sz="1600" dirty="0" err="1"/>
              <a:t>nulla</a:t>
            </a:r>
            <a:r>
              <a:rPr lang="en-GB" sz="1600" dirty="0"/>
              <a:t> </a:t>
            </a:r>
            <a:r>
              <a:rPr lang="en-GB" sz="1600" dirty="0" err="1"/>
              <a:t>laoreet</a:t>
            </a:r>
            <a:r>
              <a:rPr lang="en-GB" sz="1600" dirty="0"/>
              <a:t> </a:t>
            </a:r>
            <a:r>
              <a:rPr lang="en-GB" sz="1600" dirty="0" err="1"/>
              <a:t>facilisis</a:t>
            </a:r>
            <a:r>
              <a:rPr lang="en-GB" sz="1600" dirty="0"/>
              <a:t>. </a:t>
            </a:r>
            <a:r>
              <a:rPr lang="en-GB" sz="1600" dirty="0" err="1"/>
              <a:t>Praesent</a:t>
            </a:r>
            <a:r>
              <a:rPr lang="en-GB" sz="1600" dirty="0"/>
              <a:t> </a:t>
            </a:r>
            <a:r>
              <a:rPr lang="en-GB" sz="1600" dirty="0" err="1"/>
              <a:t>lobortis</a:t>
            </a:r>
            <a:r>
              <a:rPr lang="en-GB" sz="1600" dirty="0"/>
              <a:t> </a:t>
            </a:r>
            <a:r>
              <a:rPr lang="en-GB" sz="1600" dirty="0" err="1"/>
              <a:t>urna</a:t>
            </a:r>
            <a:r>
              <a:rPr lang="en-GB" sz="1600" dirty="0"/>
              <a:t> </a:t>
            </a:r>
            <a:r>
              <a:rPr lang="en-GB" sz="1600" dirty="0" err="1"/>
              <a:t>mattis</a:t>
            </a:r>
            <a:r>
              <a:rPr lang="en-GB" sz="1600" dirty="0"/>
              <a:t> </a:t>
            </a:r>
            <a:r>
              <a:rPr lang="en-GB" sz="1600" dirty="0" err="1"/>
              <a:t>arcu</a:t>
            </a:r>
            <a:r>
              <a:rPr lang="en-GB" sz="1600" dirty="0"/>
              <a:t> </a:t>
            </a:r>
            <a:r>
              <a:rPr lang="en-GB" sz="1600" dirty="0" err="1"/>
              <a:t>efficitur</a:t>
            </a:r>
            <a:r>
              <a:rPr lang="en-GB" sz="1600" dirty="0"/>
              <a:t>, in tempus </a:t>
            </a:r>
            <a:r>
              <a:rPr lang="en-GB" sz="1600" dirty="0" err="1"/>
              <a:t>risus</a:t>
            </a:r>
            <a:r>
              <a:rPr lang="en-GB" sz="1600" dirty="0"/>
              <a:t> </a:t>
            </a:r>
            <a:r>
              <a:rPr lang="en-GB" sz="1600" dirty="0" err="1"/>
              <a:t>consequat</a:t>
            </a:r>
            <a:endParaRPr lang="nl-NL" dirty="0"/>
          </a:p>
          <a:p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6BD7A-DF3D-C68E-3A48-530D4FBD6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924439" y="3177869"/>
            <a:ext cx="591123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F520A-5ADC-E720-2172-895DFE4D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C4074F2-50C9-5F23-65D5-EF5ED5CA3C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96249" y="3973263"/>
            <a:ext cx="1476000" cy="2376000"/>
          </a:xfrm>
        </p:spPr>
        <p:txBody>
          <a:bodyPr/>
          <a:lstStyle/>
          <a:p>
            <a:r>
              <a:rPr lang="nl-NL" dirty="0"/>
              <a:t>1.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agenda item </a:t>
            </a:r>
          </a:p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.</a:t>
            </a:r>
            <a:endParaRPr lang="nl-NL" dirty="0"/>
          </a:p>
          <a:p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B4E022C-E866-D8FA-37C0-2C7802B5E0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/>
          <a:lstStyle/>
          <a:p>
            <a:r>
              <a:rPr lang="nl-NL" dirty="0"/>
              <a:t>contents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70F18DF-0930-4C7F-8E6A-51EA1B11A54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959350" y="3973513"/>
            <a:ext cx="1476375" cy="2376487"/>
          </a:xfrm>
        </p:spPr>
        <p:txBody>
          <a:bodyPr/>
          <a:lstStyle/>
          <a:p>
            <a:r>
              <a:rPr lang="nl-NL" dirty="0"/>
              <a:t>2.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agenda item </a:t>
            </a:r>
          </a:p>
          <a:p>
            <a:pPr lvl="1"/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  <a:endParaRPr lang="nl-NL" dirty="0"/>
          </a:p>
          <a:p>
            <a:endParaRPr lang="nl-NL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2372D66-85F3-936D-3396-7AD49CC8E70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23050" y="3973513"/>
            <a:ext cx="1474788" cy="2376487"/>
          </a:xfrm>
        </p:spPr>
        <p:txBody>
          <a:bodyPr/>
          <a:lstStyle/>
          <a:p>
            <a:r>
              <a:rPr lang="nl-NL" dirty="0"/>
              <a:t>3.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agenda item </a:t>
            </a:r>
          </a:p>
          <a:p>
            <a:pPr lvl="1"/>
            <a:r>
              <a:rPr lang="nl-NL" dirty="0" err="1"/>
              <a:t>Sed</a:t>
            </a:r>
            <a:r>
              <a:rPr lang="nl-NL" dirty="0"/>
              <a:t> </a:t>
            </a:r>
            <a:r>
              <a:rPr lang="nl-NL" dirty="0" err="1"/>
              <a:t>nec</a:t>
            </a:r>
            <a:r>
              <a:rPr lang="nl-NL" dirty="0"/>
              <a:t> </a:t>
            </a:r>
            <a:r>
              <a:rPr lang="nl-NL" dirty="0" err="1"/>
              <a:t>erat</a:t>
            </a:r>
            <a:r>
              <a:rPr lang="nl-NL" dirty="0"/>
              <a:t> vel </a:t>
            </a:r>
            <a:r>
              <a:rPr lang="nl-NL" dirty="0" err="1"/>
              <a:t>ipsum</a:t>
            </a:r>
            <a:r>
              <a:rPr lang="nl-NL" dirty="0"/>
              <a:t> </a:t>
            </a:r>
            <a:r>
              <a:rPr lang="nl-NL" dirty="0" err="1"/>
              <a:t>tincidunt</a:t>
            </a:r>
            <a:r>
              <a:rPr lang="nl-NL" dirty="0"/>
              <a:t> </a:t>
            </a:r>
            <a:r>
              <a:rPr lang="nl-NL" dirty="0" err="1"/>
              <a:t>porta</a:t>
            </a:r>
            <a:r>
              <a:rPr lang="nl-NL" dirty="0"/>
              <a:t>. </a:t>
            </a:r>
          </a:p>
          <a:p>
            <a:endParaRPr lang="nl-NL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BF301A1-86C0-00C9-90C0-3DABDBE513B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85163" y="3973513"/>
            <a:ext cx="1476375" cy="2376487"/>
          </a:xfrm>
        </p:spPr>
        <p:txBody>
          <a:bodyPr/>
          <a:lstStyle/>
          <a:p>
            <a:r>
              <a:rPr lang="nl-NL" dirty="0"/>
              <a:t>4.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agenda item </a:t>
            </a:r>
          </a:p>
          <a:p>
            <a:pPr lvl="1"/>
            <a:r>
              <a:rPr lang="nl-NL" dirty="0" err="1"/>
              <a:t>Donec</a:t>
            </a:r>
            <a:r>
              <a:rPr lang="nl-NL" dirty="0"/>
              <a:t> </a:t>
            </a:r>
            <a:r>
              <a:rPr lang="nl-NL" dirty="0" err="1"/>
              <a:t>accumsan</a:t>
            </a:r>
            <a:r>
              <a:rPr lang="nl-NL" dirty="0"/>
              <a:t> </a:t>
            </a:r>
            <a:r>
              <a:rPr lang="nl-NL" dirty="0" err="1"/>
              <a:t>quam</a:t>
            </a:r>
            <a:r>
              <a:rPr lang="nl-NL" dirty="0"/>
              <a:t> in </a:t>
            </a:r>
            <a:r>
              <a:rPr lang="nl-NL" dirty="0" err="1"/>
              <a:t>turpis</a:t>
            </a:r>
            <a:r>
              <a:rPr lang="nl-NL" dirty="0"/>
              <a:t> </a:t>
            </a:r>
            <a:r>
              <a:rPr lang="nl-NL" dirty="0" err="1"/>
              <a:t>pretium</a:t>
            </a:r>
            <a:r>
              <a:rPr lang="nl-NL" dirty="0"/>
              <a:t> </a:t>
            </a:r>
            <a:r>
              <a:rPr lang="nl-NL" dirty="0" err="1"/>
              <a:t>tincidunt</a:t>
            </a:r>
            <a:r>
              <a:rPr lang="nl-NL" dirty="0"/>
              <a:t>.</a:t>
            </a:r>
          </a:p>
          <a:p>
            <a:endParaRPr lang="nl-NL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466560C-EDCF-616F-E894-B03C1D1089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948863" y="3973513"/>
            <a:ext cx="1474787" cy="2376487"/>
          </a:xfrm>
        </p:spPr>
        <p:txBody>
          <a:bodyPr/>
          <a:lstStyle/>
          <a:p>
            <a:r>
              <a:rPr lang="nl-NL" dirty="0"/>
              <a:t>5.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agenda item </a:t>
            </a:r>
          </a:p>
          <a:p>
            <a:pPr lvl="1"/>
            <a:r>
              <a:rPr lang="en-GB" dirty="0"/>
              <a:t>Vestibulum </a:t>
            </a:r>
            <a:r>
              <a:rPr lang="en-GB" dirty="0" err="1"/>
              <a:t>luctus</a:t>
            </a:r>
            <a:r>
              <a:rPr lang="en-GB" dirty="0"/>
              <a:t> </a:t>
            </a:r>
            <a:r>
              <a:rPr lang="en-GB" dirty="0" err="1"/>
              <a:t>rhoncus</a:t>
            </a:r>
            <a:r>
              <a:rPr lang="en-GB" dirty="0"/>
              <a:t> </a:t>
            </a:r>
            <a:r>
              <a:rPr lang="en-GB" dirty="0" err="1"/>
              <a:t>blandit</a:t>
            </a:r>
            <a:r>
              <a:rPr lang="en-GB" dirty="0"/>
              <a:t>. 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07881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C4074F2-50C9-5F23-65D5-EF5ED5CA3C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9244" y="4987447"/>
            <a:ext cx="4664243" cy="1344563"/>
          </a:xfrm>
        </p:spPr>
        <p:txBody>
          <a:bodyPr/>
          <a:lstStyle/>
          <a:p>
            <a:r>
              <a:rPr lang="en-GB"/>
              <a:t>Insert description text here. Lorem ipsum dolor sit amet, consectetur adipiscing elit. In sed purus sed nulla laoreet facilisis. In sed purus sed nulla laoreet facilisis. Praesent lobortis urna mattis.</a:t>
            </a:r>
            <a:endParaRPr lang="nl-NL"/>
          </a:p>
          <a:p>
            <a:pPr lvl="1"/>
            <a:endParaRPr lang="nl-NL"/>
          </a:p>
          <a:p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6BD7A-DF3D-C68E-3A48-530D4FBD6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924439" y="3177869"/>
            <a:ext cx="591123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F520A-5ADC-E720-2172-895DFE4D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B4E022C-E866-D8FA-37C0-2C7802B5E0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72150" y="413912"/>
            <a:ext cx="5654824" cy="1070401"/>
          </a:xfrm>
        </p:spPr>
        <p:txBody>
          <a:bodyPr/>
          <a:lstStyle/>
          <a:p>
            <a:r>
              <a:rPr lang="nl-NL"/>
              <a:t>Contents for…</a:t>
            </a:r>
            <a:endParaRPr lang="nl-NL" dirty="0"/>
          </a:p>
        </p:txBody>
      </p:sp>
      <p:sp>
        <p:nvSpPr>
          <p:cNvPr id="38" name="Tijdelijke aanduiding voor tekst 37">
            <a:extLst>
              <a:ext uri="{FF2B5EF4-FFF2-40B4-BE49-F238E27FC236}">
                <a16:creationId xmlns:a16="http://schemas.microsoft.com/office/drawing/2014/main" id="{1F11A4EE-C65F-C424-7936-94501E921E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72150" y="1610244"/>
            <a:ext cx="1620000" cy="2293747"/>
          </a:xfrm>
        </p:spPr>
        <p:txBody>
          <a:bodyPr/>
          <a:lstStyle/>
          <a:p>
            <a:r>
              <a:rPr lang="nl-NL"/>
              <a:t>1</a:t>
            </a:r>
          </a:p>
          <a:p>
            <a:pPr lvl="1"/>
            <a:r>
              <a:rPr lang="nl-NL"/>
              <a:t>title for the agenda item</a:t>
            </a:r>
          </a:p>
          <a:p>
            <a:pPr lvl="2"/>
            <a:r>
              <a:rPr lang="nl-NL" noProof="0"/>
              <a:t>bodytext for the item, can be a few lines </a:t>
            </a:r>
            <a:endParaRPr lang="en-GB" noProof="0"/>
          </a:p>
          <a:p>
            <a:pPr lvl="1"/>
            <a:endParaRPr lang="nl-NL" dirty="0"/>
          </a:p>
        </p:txBody>
      </p:sp>
      <p:sp>
        <p:nvSpPr>
          <p:cNvPr id="39" name="Tijdelijke aanduiding voor tekst 38">
            <a:extLst>
              <a:ext uri="{FF2B5EF4-FFF2-40B4-BE49-F238E27FC236}">
                <a16:creationId xmlns:a16="http://schemas.microsoft.com/office/drawing/2014/main" id="{BDCA9009-650B-4E87-6BE7-4976686E0D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88694" y="1628730"/>
            <a:ext cx="1620000" cy="2293747"/>
          </a:xfrm>
        </p:spPr>
        <p:txBody>
          <a:bodyPr/>
          <a:lstStyle/>
          <a:p>
            <a:r>
              <a:rPr lang="nl-NL"/>
              <a:t>2</a:t>
            </a:r>
          </a:p>
          <a:p>
            <a:pPr lvl="1"/>
            <a:r>
              <a:rPr lang="nl-NL"/>
              <a:t>title for the agenda item</a:t>
            </a:r>
          </a:p>
          <a:p>
            <a:pPr lvl="2"/>
            <a:r>
              <a:rPr lang="nl-NL" noProof="0"/>
              <a:t>bodytext for the item, can be a few lines </a:t>
            </a:r>
            <a:endParaRPr lang="en-GB" noProof="0"/>
          </a:p>
          <a:p>
            <a:pPr lvl="1"/>
            <a:endParaRPr lang="nl-NL"/>
          </a:p>
          <a:p>
            <a:endParaRPr lang="nl-NL" dirty="0"/>
          </a:p>
        </p:txBody>
      </p:sp>
      <p:sp>
        <p:nvSpPr>
          <p:cNvPr id="40" name="Tijdelijke aanduiding voor tekst 39">
            <a:extLst>
              <a:ext uri="{FF2B5EF4-FFF2-40B4-BE49-F238E27FC236}">
                <a16:creationId xmlns:a16="http://schemas.microsoft.com/office/drawing/2014/main" id="{B68430AB-6771-F871-18F1-C745391010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05238" y="1636903"/>
            <a:ext cx="1620000" cy="2293747"/>
          </a:xfrm>
        </p:spPr>
        <p:txBody>
          <a:bodyPr/>
          <a:lstStyle/>
          <a:p>
            <a:r>
              <a:rPr lang="nl-NL"/>
              <a:t>3</a:t>
            </a:r>
          </a:p>
          <a:p>
            <a:pPr lvl="1"/>
            <a:r>
              <a:rPr lang="nl-NL"/>
              <a:t>title for the agenda item</a:t>
            </a:r>
          </a:p>
          <a:p>
            <a:pPr lvl="2"/>
            <a:r>
              <a:rPr lang="nl-NL" noProof="0"/>
              <a:t>bodytext for the item, can be a few lines </a:t>
            </a:r>
            <a:endParaRPr lang="en-GB" noProof="0"/>
          </a:p>
          <a:p>
            <a:pPr lvl="1"/>
            <a:endParaRPr lang="nl-NL"/>
          </a:p>
          <a:p>
            <a:endParaRPr lang="nl-NL" dirty="0"/>
          </a:p>
        </p:txBody>
      </p:sp>
      <p:sp>
        <p:nvSpPr>
          <p:cNvPr id="41" name="Tijdelijke aanduiding voor tekst 40">
            <a:extLst>
              <a:ext uri="{FF2B5EF4-FFF2-40B4-BE49-F238E27FC236}">
                <a16:creationId xmlns:a16="http://schemas.microsoft.com/office/drawing/2014/main" id="{61E8C101-3C54-168C-7466-BF1CB003331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48655" y="4034453"/>
            <a:ext cx="1620000" cy="2312920"/>
          </a:xfrm>
        </p:spPr>
        <p:txBody>
          <a:bodyPr/>
          <a:lstStyle/>
          <a:p>
            <a:r>
              <a:rPr lang="nl-NL"/>
              <a:t>4</a:t>
            </a:r>
          </a:p>
          <a:p>
            <a:pPr lvl="1"/>
            <a:r>
              <a:rPr lang="nl-NL"/>
              <a:t>title for the agenda item</a:t>
            </a:r>
          </a:p>
          <a:p>
            <a:pPr lvl="2"/>
            <a:r>
              <a:rPr lang="nl-NL" noProof="0"/>
              <a:t>bodytext for the item, can be a few lines </a:t>
            </a:r>
            <a:endParaRPr lang="en-GB" noProof="0"/>
          </a:p>
          <a:p>
            <a:pPr lvl="1"/>
            <a:endParaRPr lang="nl-NL"/>
          </a:p>
          <a:p>
            <a:endParaRPr lang="nl-NL" dirty="0"/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880766A0-F554-B6DA-1BDF-1642AB5EFD9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765199" y="4052939"/>
            <a:ext cx="1620000" cy="2312920"/>
          </a:xfrm>
        </p:spPr>
        <p:txBody>
          <a:bodyPr/>
          <a:lstStyle/>
          <a:p>
            <a:r>
              <a:rPr lang="nl-NL"/>
              <a:t>5</a:t>
            </a:r>
          </a:p>
          <a:p>
            <a:pPr lvl="1"/>
            <a:r>
              <a:rPr lang="nl-NL"/>
              <a:t>title for the agenda item</a:t>
            </a:r>
          </a:p>
          <a:p>
            <a:pPr lvl="2"/>
            <a:r>
              <a:rPr lang="nl-NL" noProof="0"/>
              <a:t>bodytext for the item, can be a few lines </a:t>
            </a:r>
            <a:endParaRPr lang="en-GB" noProof="0"/>
          </a:p>
          <a:p>
            <a:pPr lvl="1"/>
            <a:endParaRPr lang="nl-NL"/>
          </a:p>
          <a:p>
            <a:endParaRPr lang="nl-NL" dirty="0"/>
          </a:p>
        </p:txBody>
      </p:sp>
      <p:sp>
        <p:nvSpPr>
          <p:cNvPr id="43" name="Tijdelijke aanduiding voor tekst 42">
            <a:extLst>
              <a:ext uri="{FF2B5EF4-FFF2-40B4-BE49-F238E27FC236}">
                <a16:creationId xmlns:a16="http://schemas.microsoft.com/office/drawing/2014/main" id="{832D43B7-B156-EF05-76CE-A0F9D90DC6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81743" y="4061112"/>
            <a:ext cx="1620000" cy="2312920"/>
          </a:xfrm>
        </p:spPr>
        <p:txBody>
          <a:bodyPr/>
          <a:lstStyle/>
          <a:p>
            <a:r>
              <a:rPr lang="nl-NL"/>
              <a:t>6</a:t>
            </a:r>
          </a:p>
          <a:p>
            <a:pPr lvl="1"/>
            <a:r>
              <a:rPr lang="nl-NL"/>
              <a:t>title for the agenda item</a:t>
            </a:r>
          </a:p>
          <a:p>
            <a:pPr lvl="2"/>
            <a:r>
              <a:rPr lang="nl-NL" noProof="0"/>
              <a:t>bodytext for the item, can be a few lines </a:t>
            </a:r>
            <a:endParaRPr lang="en-GB" noProof="0"/>
          </a:p>
          <a:p>
            <a:pPr lvl="1"/>
            <a:endParaRPr lang="nl-NL"/>
          </a:p>
          <a:p>
            <a:endParaRPr lang="nl-NL" dirty="0"/>
          </a:p>
        </p:txBody>
      </p:sp>
      <p:pic>
        <p:nvPicPr>
          <p:cNvPr id="29" name="Picture Placeholder 20" descr="A group of people holding a globe&#10;&#10;Description automatically generated">
            <a:extLst>
              <a:ext uri="{FF2B5EF4-FFF2-40B4-BE49-F238E27FC236}">
                <a16:creationId xmlns:a16="http://schemas.microsoft.com/office/drawing/2014/main" id="{C130B2E6-E694-C292-1CAA-1AA46571824A}"/>
              </a:ext>
            </a:extLst>
          </p:cNvPr>
          <p:cNvPicPr>
            <a:picLocks noGrp="1"/>
          </p:cNvPicPr>
          <p:nvPr>
            <p:ph type="pic" sz="quarter" idx="14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352111" cy="4661493"/>
          </a:xfrm>
        </p:spPr>
      </p:pic>
    </p:spTree>
    <p:extLst>
      <p:ext uri="{BB962C8B-B14F-4D97-AF65-F5344CB8AC3E}">
        <p14:creationId xmlns:p14="http://schemas.microsoft.com/office/powerpoint/2010/main" val="2259327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24">
            <a:extLst>
              <a:ext uri="{FF2B5EF4-FFF2-40B4-BE49-F238E27FC236}">
                <a16:creationId xmlns:a16="http://schemas.microsoft.com/office/drawing/2014/main" id="{A7E7C30A-DCD3-9528-7550-234CF777BEA2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" b="13"/>
          <a:stretch/>
        </p:blipFill>
        <p:spPr>
          <a:xfrm>
            <a:off x="4379270" y="0"/>
            <a:ext cx="7812730" cy="63468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2534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40F98F-51AE-9F66-25DE-57300BE78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9059A19-2CB1-62C0-F7B9-5717520C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A74620-C0CA-24EF-7717-5927937D8F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85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elp6">
            <a:extLst>
              <a:ext uri="{FF2B5EF4-FFF2-40B4-BE49-F238E27FC236}">
                <a16:creationId xmlns:a16="http://schemas.microsoft.com/office/drawing/2014/main" id="{93AAB6EC-65E1-3E10-82BC-62A6FE8A4A18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" r="21"/>
          <a:stretch/>
        </p:blipFill>
        <p:spPr>
          <a:xfrm>
            <a:off x="5483282" y="-3139"/>
            <a:ext cx="6708717" cy="63504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2534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DEBFF66-9231-9B53-8B83-6A6CD66D27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C5FADE-C55D-578F-8A40-0D7AE0C39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EEF9143-0108-A530-BEC0-673FB9FA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095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DEC0CAD1-6A09-8A59-5A22-A3CE94CC1F3F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" b="18"/>
          <a:stretch/>
        </p:blipFill>
        <p:spPr>
          <a:xfrm>
            <a:off x="4379270" y="0"/>
            <a:ext cx="7812730" cy="63468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542272-4EA4-D6F0-D73A-E55668F200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57DC5C-1EC4-C9E7-2102-5FE80A0B3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1C4255-291E-9A49-1737-5D35A989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57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93BE0B9-D25E-3720-5693-21E47B22C130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3225" y="-3175"/>
            <a:ext cx="6708775" cy="635000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9276FD-B6F8-B90B-C8F3-46C42557F5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3C19C0-DCBB-E8AE-0382-1BBFAF987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D1F11A-871A-240B-67B6-40A82A619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02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09800341-264A-10DC-694D-1B85BE1E0C70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b="2"/>
          <a:stretch/>
        </p:blipFill>
        <p:spPr>
          <a:xfrm>
            <a:off x="4379270" y="0"/>
            <a:ext cx="7812730" cy="63468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92E538-AD03-0E47-46A1-B7011D8FE4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992B84-A8E1-09FE-FDEF-4140FC2AC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3ACBAE-20BC-3C71-15FE-130AF3DD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163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elp14">
            <a:extLst>
              <a:ext uri="{FF2B5EF4-FFF2-40B4-BE49-F238E27FC236}">
                <a16:creationId xmlns:a16="http://schemas.microsoft.com/office/drawing/2014/main" id="{BF0E6628-27C5-038F-7DAC-536FAD1BF431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795" b="9795"/>
          <a:stretch/>
        </p:blipFill>
        <p:spPr>
          <a:xfrm>
            <a:off x="5483282" y="-3139"/>
            <a:ext cx="6708717" cy="6350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CF14646-D644-2A69-0B4E-43B8211CB6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9DAB6-F673-155C-7E81-66103FFB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977AA7-9675-07FA-F66A-608B64A4F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A970FA-59AE-2824-E618-C563563B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79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6" name="Picture Placeholder 11">
            <a:extLst>
              <a:ext uri="{FF2B5EF4-FFF2-40B4-BE49-F238E27FC236}">
                <a16:creationId xmlns:a16="http://schemas.microsoft.com/office/drawing/2014/main" id="{4624B7AD-9E33-BE51-A9A3-6B97D2332C5D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" b="13"/>
          <a:stretch/>
        </p:blipFill>
        <p:spPr>
          <a:xfrm>
            <a:off x="4379270" y="0"/>
            <a:ext cx="7812730" cy="63468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7E3F6B5-C9D7-CAFF-8248-803A488101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F6BF99-FC41-3262-25E7-875A24B21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4CADA1-B093-B7F9-F2A0-437F3A174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995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elp18" descr="A bowl of cereal with milk&#10;&#10;Description automatically generated">
            <a:extLst>
              <a:ext uri="{FF2B5EF4-FFF2-40B4-BE49-F238E27FC236}">
                <a16:creationId xmlns:a16="http://schemas.microsoft.com/office/drawing/2014/main" id="{E5DBD7F7-F090-48A2-FB50-6EBECF92D64B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" b="13"/>
          <a:stretch/>
        </p:blipFill>
        <p:spPr>
          <a:xfrm>
            <a:off x="5483282" y="-3139"/>
            <a:ext cx="6708717" cy="6350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F4C8D7-52C4-5DEB-3512-EC65DB9EC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AB53AB-DF22-B95B-E16D-B9BD454C8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BC8C64-C42D-219F-984B-B0411FD47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178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6" name="Picture Placeholder 15" descr="A person drinking water from a bottle&#10;&#10;Description automatically generated">
            <a:extLst>
              <a:ext uri="{FF2B5EF4-FFF2-40B4-BE49-F238E27FC236}">
                <a16:creationId xmlns:a16="http://schemas.microsoft.com/office/drawing/2014/main" id="{E0C17A66-94B9-FC30-7633-6A62025EC9F1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" r="6"/>
          <a:stretch/>
        </p:blipFill>
        <p:spPr>
          <a:xfrm>
            <a:off x="4379270" y="0"/>
            <a:ext cx="7812730" cy="63468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A368FD-E910-57D3-8BB7-CF39935A46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EAB2BC9-7004-D76E-E46B-1A54A5FC0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7B0135-F79C-2750-AC3B-F0BE67EDC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414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elp22">
            <a:extLst>
              <a:ext uri="{FF2B5EF4-FFF2-40B4-BE49-F238E27FC236}">
                <a16:creationId xmlns:a16="http://schemas.microsoft.com/office/drawing/2014/main" id="{651E1104-0F75-8501-F286-FE4F70722D7A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817" b="9817"/>
          <a:stretch/>
        </p:blipFill>
        <p:spPr>
          <a:xfrm>
            <a:off x="5483282" y="-3139"/>
            <a:ext cx="6708717" cy="6350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4AA158-0237-C70F-ABC3-C487D7BB71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9E3780-8EB1-5E94-EA18-F1C30ABD0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7BD8ED-174B-970E-D725-8320DCA97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478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21</a:t>
            </a:fld>
            <a:endParaRPr lang="en-GB"/>
          </a:p>
        </p:txBody>
      </p:sp>
      <p:pic>
        <p:nvPicPr>
          <p:cNvPr id="6" name="Picture Placeholder 9">
            <a:extLst>
              <a:ext uri="{FF2B5EF4-FFF2-40B4-BE49-F238E27FC236}">
                <a16:creationId xmlns:a16="http://schemas.microsoft.com/office/drawing/2014/main" id="{443CD711-2361-3F3B-56E9-423F1092E494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" r="25"/>
          <a:stretch/>
        </p:blipFill>
        <p:spPr>
          <a:xfrm>
            <a:off x="4379270" y="0"/>
            <a:ext cx="7812730" cy="63468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92DBBE-1D4B-FB4A-6C5A-EF5040D8CC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77E401-317D-040E-2324-3388DA89A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8EC668-E43C-4DFA-6964-CA566F55F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278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6" name="Help26">
            <a:extLst>
              <a:ext uri="{FF2B5EF4-FFF2-40B4-BE49-F238E27FC236}">
                <a16:creationId xmlns:a16="http://schemas.microsoft.com/office/drawing/2014/main" id="{4FB48B9A-35D7-D658-AA6E-47A89E92BE2E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/>
          <a:srcRect l="21" r="21"/>
          <a:stretch/>
        </p:blipFill>
        <p:spPr>
          <a:xfrm>
            <a:off x="5483282" y="-3139"/>
            <a:ext cx="6708717" cy="6350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95F1F1-C117-BEF6-7C55-D01583D8F5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962254-C875-87C2-F690-CCB392402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D334BF-E846-2D60-3ECA-C242BBFCE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173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23</a:t>
            </a:fld>
            <a:endParaRPr lang="en-GB"/>
          </a:p>
        </p:txBody>
      </p:sp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0ADCA2BC-2C23-C3A2-C5F4-D7DF7C26F76F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b="2"/>
          <a:stretch/>
        </p:blipFill>
        <p:spPr>
          <a:xfrm>
            <a:off x="4379270" y="0"/>
            <a:ext cx="7812730" cy="63468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4088FFB-E3A5-CC69-05E1-6C99E72BF9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30A24B-1DD0-3A6E-E5AF-AF0B51A6B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559B5C-8DEA-E2AC-21B1-1FC70802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973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24</a:t>
            </a:fld>
            <a:endParaRPr lang="en-GB"/>
          </a:p>
        </p:txBody>
      </p:sp>
      <p:pic>
        <p:nvPicPr>
          <p:cNvPr id="6" name="Help30">
            <a:extLst>
              <a:ext uri="{FF2B5EF4-FFF2-40B4-BE49-F238E27FC236}">
                <a16:creationId xmlns:a16="http://schemas.microsoft.com/office/drawing/2014/main" id="{ED25206C-E9E0-05D2-B512-096344947674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1"/>
          <a:stretch/>
        </p:blipFill>
        <p:spPr>
          <a:xfrm>
            <a:off x="5483282" y="-3139"/>
            <a:ext cx="6708717" cy="6350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AEEB6C-CA16-1D51-A5D2-A02AC85A20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A36D46-5774-F630-9566-2A71C0ED0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7C177B-1E45-4D26-0D2A-3E693F21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872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562418-F77E-C13E-A6CA-91960B1CA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25A02E-4E08-D71C-9B15-B89D80D5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Placeholder 39">
            <a:extLst>
              <a:ext uri="{FF2B5EF4-FFF2-40B4-BE49-F238E27FC236}">
                <a16:creationId xmlns:a16="http://schemas.microsoft.com/office/drawing/2014/main" id="{13C47E3E-B9D8-A097-6CD5-445B8602B729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" r="6"/>
          <a:stretch/>
        </p:blipFill>
        <p:spPr>
          <a:xfrm>
            <a:off x="4379270" y="0"/>
            <a:ext cx="7812730" cy="63468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F3ADFF-9785-0DC4-879A-4BFF622364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541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9C38CC-DA71-8BC6-24B7-3151F07AA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283504-FFD4-557F-B177-5019F642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Help34">
            <a:extLst>
              <a:ext uri="{FF2B5EF4-FFF2-40B4-BE49-F238E27FC236}">
                <a16:creationId xmlns:a16="http://schemas.microsoft.com/office/drawing/2014/main" id="{E22ECA94-8AEB-DAAF-C3E4-AE28B0B79D82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1"/>
          <a:stretch/>
        </p:blipFill>
        <p:spPr>
          <a:xfrm>
            <a:off x="5483282" y="-3139"/>
            <a:ext cx="6708717" cy="6350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003C18-BD41-7068-5DEE-0E205A7850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348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27</a:t>
            </a:fld>
            <a:endParaRPr lang="en-GB"/>
          </a:p>
        </p:txBody>
      </p:sp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6A4021BB-5EB1-4636-152A-EE50DDB24515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" r="6"/>
          <a:stretch/>
        </p:blipFill>
        <p:spPr>
          <a:xfrm>
            <a:off x="4379270" y="0"/>
            <a:ext cx="7812730" cy="63468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E1608A-6737-16C5-4612-2375789ED4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D73828-59C4-079A-B61F-1055590B3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7315E4-4657-E3F3-639F-5A0C01E1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685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91EAA9-77A8-414D-9960-E251E9811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C3B514-494E-5CBF-ADFA-ECF1B2AF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Help38">
            <a:extLst>
              <a:ext uri="{FF2B5EF4-FFF2-40B4-BE49-F238E27FC236}">
                <a16:creationId xmlns:a16="http://schemas.microsoft.com/office/drawing/2014/main" id="{F621CBDD-33E5-16AC-783A-47F38A903026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" r="21"/>
          <a:stretch/>
        </p:blipFill>
        <p:spPr>
          <a:xfrm>
            <a:off x="5483282" y="-3139"/>
            <a:ext cx="6708717" cy="6350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33C04A-1535-C637-7112-5F0A669DB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427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 descr="A person and person walking on a sidewalk&#10;&#10;Description automatically generated">
            <a:extLst>
              <a:ext uri="{FF2B5EF4-FFF2-40B4-BE49-F238E27FC236}">
                <a16:creationId xmlns:a16="http://schemas.microsoft.com/office/drawing/2014/main" id="{BC0E48DF-4CC1-4BBB-3F4A-B0E4266E3E22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" b="13"/>
          <a:stretch/>
        </p:blipFill>
        <p:spPr>
          <a:xfrm>
            <a:off x="4379270" y="0"/>
            <a:ext cx="7812730" cy="6346800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C00854-82E0-C6A9-D7D0-7B57E06B19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DB62A55-F28D-2912-A48D-C6E1AF215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89416E-284B-CB89-A25A-404F7A255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202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DF278C-CF32-A3B2-42A2-8674ED721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39819D-8303-271B-F39F-A6AFFA09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Help42" descr="A person looking through a microscope&#10;&#10;Description automatically generated">
            <a:extLst>
              <a:ext uri="{FF2B5EF4-FFF2-40B4-BE49-F238E27FC236}">
                <a16:creationId xmlns:a16="http://schemas.microsoft.com/office/drawing/2014/main" id="{FA8CBF97-A08E-37DB-26FB-C870ADEEB645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" b="45"/>
          <a:stretch/>
        </p:blipFill>
        <p:spPr>
          <a:xfrm>
            <a:off x="5483282" y="-3139"/>
            <a:ext cx="6708717" cy="63504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1B431B-1457-DF22-3724-FA089C4264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362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25">
            <a:extLst>
              <a:ext uri="{FF2B5EF4-FFF2-40B4-BE49-F238E27FC236}">
                <a16:creationId xmlns:a16="http://schemas.microsoft.com/office/drawing/2014/main" id="{51E4B8B0-74A1-61BE-F2CF-FE92ECF8C143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" b="13"/>
          <a:stretch/>
        </p:blipFill>
        <p:spPr>
          <a:xfrm>
            <a:off x="4379270" y="0"/>
            <a:ext cx="7812730" cy="63468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AA3EEE-1A90-832B-A92C-1ACF534BC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3F376F-EE1C-8DFA-E9D2-9EFD23306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5EBCE0-AB4C-ED48-A698-939B32025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2883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1C37B-3FFC-410C-8194-DFF1392F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74456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7A2A9-C2E2-6C05-02F4-CD416A1E1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585860-97A6-F531-7BDE-FF27BD9F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Placeholder 7" descr="A person and child playing with toys&#10;&#10;Description automatically generated">
            <a:extLst>
              <a:ext uri="{FF2B5EF4-FFF2-40B4-BE49-F238E27FC236}">
                <a16:creationId xmlns:a16="http://schemas.microsoft.com/office/drawing/2014/main" id="{1DAF5E11-7DBE-E356-E5EF-553C8049DB74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1"/>
          <a:stretch/>
        </p:blipFill>
        <p:spPr>
          <a:xfrm>
            <a:off x="5483282" y="-3139"/>
            <a:ext cx="6708717" cy="6350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F397F8-BD0E-CCC0-8A6B-41656DFB53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346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46AEE-F321-277D-A9D6-D9C9DEFF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6C5E5D-DA3D-A0F1-91BD-33E2A1F9C5C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109663"/>
            <a:ext cx="8747430" cy="5246687"/>
          </a:xfrm>
        </p:spPr>
        <p:txBody>
          <a:bodyPr/>
          <a:lstStyle/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nl-NL" u="heavy" dirty="0" err="1">
                <a:uFill>
                  <a:solidFill>
                    <a:srgbClr val="EF3340"/>
                  </a:solidFill>
                </a:uFill>
              </a:rPr>
              <a:t>viverra</a:t>
            </a:r>
            <a:r>
              <a:rPr lang="nl-NL" u="heavy" dirty="0">
                <a:uFill>
                  <a:solidFill>
                    <a:srgbClr val="EF3340"/>
                  </a:solidFill>
                </a:uFill>
              </a:rPr>
              <a:t> </a:t>
            </a:r>
            <a:r>
              <a:rPr lang="nl-NL" u="heavy" dirty="0" err="1">
                <a:uFill>
                  <a:solidFill>
                    <a:srgbClr val="EF3340"/>
                  </a:solidFill>
                </a:uFill>
              </a:rPr>
              <a:t>ligula</a:t>
            </a:r>
            <a:r>
              <a:rPr lang="nl-NL" dirty="0"/>
              <a:t>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mattis</a:t>
            </a:r>
            <a:r>
              <a:rPr lang="en-GB" dirty="0"/>
              <a:t> convallis </a:t>
            </a:r>
            <a:endParaRPr lang="nl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D9CC3A-52B5-2F09-3C34-318210F02E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/>
          <a:lstStyle/>
          <a:p>
            <a:r>
              <a:rPr lang="en-US" dirty="0"/>
              <a:t>ALL CAPS, TEXT UNDERLINED, HEAVY LINE</a:t>
            </a:r>
            <a:endParaRPr lang="nl-NL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2CAC00-0E2C-579B-D8C7-E4B7DFB3A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125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A6257D-AE4E-97CE-5F51-2F267A97E16A}"/>
              </a:ext>
            </a:extLst>
          </p:cNvPr>
          <p:cNvSpPr>
            <a:spLocks/>
          </p:cNvSpPr>
          <p:nvPr/>
        </p:nvSpPr>
        <p:spPr>
          <a:xfrm>
            <a:off x="587374" y="2898840"/>
            <a:ext cx="6118226" cy="7782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B9D395-F07D-5E1F-C880-E847B163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46AEE-F321-277D-A9D6-D9C9DEFF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6C5E5D-DA3D-A0F1-91BD-33E2A1F9C5CF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nl-NL" b="1" dirty="0">
                <a:latin typeface="Danone One Condensed" panose="020B0504030202020204" pitchFamily="34" charset="0"/>
              </a:rPr>
              <a:t>LOREM IPSUM DOLOR </a:t>
            </a:r>
            <a:r>
              <a:rPr lang="nl-NL" b="1" dirty="0">
                <a:solidFill>
                  <a:schemeClr val="bg1"/>
                </a:solidFill>
                <a:uFill>
                  <a:solidFill>
                    <a:srgbClr val="EF3340"/>
                  </a:solidFill>
                </a:uFill>
                <a:latin typeface="Danone One Condensed" panose="020B0504030202020204" pitchFamily="34" charset="0"/>
              </a:rPr>
              <a:t>MAURIS EU RUTRUM</a:t>
            </a:r>
            <a:r>
              <a:rPr lang="nl-NL" b="1" dirty="0">
                <a:latin typeface="Danone One Condensed" panose="020B0504030202020204" pitchFamily="34" charset="0"/>
              </a:rPr>
              <a:t>  CONSECTETUR ADIPISCING ELIT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D9CC3A-52B5-2F09-3C34-318210F02E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ALL CAPS, TEXT MARKED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85065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B9D395-F07D-5E1F-C880-E847B163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924439" y="3177869"/>
            <a:ext cx="591123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46AEE-F321-277D-A9D6-D9C9DEFF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6C5E5D-DA3D-A0F1-91BD-33E2A1F9C5C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7374" y="1887538"/>
            <a:ext cx="7901017" cy="4468812"/>
          </a:xfrm>
        </p:spPr>
        <p:txBody>
          <a:bodyPr/>
          <a:lstStyle/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nl-NL" dirty="0" err="1">
                <a:uFill>
                  <a:solidFill>
                    <a:srgbClr val="EF3340"/>
                  </a:solidFill>
                </a:uFill>
              </a:rPr>
              <a:t>viverra</a:t>
            </a:r>
            <a:r>
              <a:rPr lang="nl-NL" dirty="0">
                <a:uFill>
                  <a:solidFill>
                    <a:srgbClr val="EF3340"/>
                  </a:solidFill>
                </a:uFill>
              </a:rPr>
              <a:t> </a:t>
            </a:r>
            <a:r>
              <a:rPr lang="nl-NL" dirty="0" err="1">
                <a:uFill>
                  <a:solidFill>
                    <a:srgbClr val="EF3340"/>
                  </a:solidFill>
                </a:uFill>
              </a:rPr>
              <a:t>ligula</a:t>
            </a:r>
            <a:r>
              <a:rPr lang="nl-NL" dirty="0"/>
              <a:t> </a:t>
            </a:r>
            <a:r>
              <a:rPr lang="en-GB" dirty="0" err="1"/>
              <a:t>consectetur</a:t>
            </a:r>
            <a:r>
              <a:rPr lang="en-GB" dirty="0"/>
              <a:t> convallis </a:t>
            </a:r>
            <a:endParaRPr lang="nl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D9CC3A-52B5-2F09-3C34-318210F02E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/>
          <a:lstStyle/>
          <a:p>
            <a:r>
              <a:rPr lang="en-US"/>
              <a:t>REGULAR FONT, LINE ON TOP</a:t>
            </a:r>
            <a:endParaRPr lang="nl-NL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BF8D8C77-5E18-B5F6-E8C7-AA812F4CC7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1894" y="1707696"/>
            <a:ext cx="7488000" cy="180000"/>
          </a:xfr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2922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762DC1-E1FA-BEEA-AF69-785F09F0D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36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5D1556-75D3-2BDA-2214-A13AFD6B267E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nl-NL" b="1" dirty="0"/>
              <a:t>LOREM IPSUM  </a:t>
            </a:r>
            <a:r>
              <a:rPr lang="nl-NL" u="heavy" dirty="0" err="1">
                <a:uFill>
                  <a:solidFill>
                    <a:schemeClr val="accent3"/>
                  </a:solidFill>
                </a:uFill>
              </a:rPr>
              <a:t>Suspendisse</a:t>
            </a:r>
            <a:r>
              <a:rPr lang="nl-NL" u="heavy" dirty="0">
                <a:uFill>
                  <a:solidFill>
                    <a:schemeClr val="accent3"/>
                  </a:solidFill>
                </a:uFill>
              </a:rPr>
              <a:t> </a:t>
            </a:r>
            <a:r>
              <a:rPr lang="nl-NL" dirty="0"/>
              <a:t> </a:t>
            </a:r>
            <a:br>
              <a:rPr lang="nl-NL" dirty="0"/>
            </a:br>
            <a:r>
              <a:rPr lang="fr-FR" dirty="0"/>
              <a:t>ut </a:t>
            </a:r>
            <a:r>
              <a:rPr lang="fr-FR" dirty="0" err="1"/>
              <a:t>suscipit</a:t>
            </a:r>
            <a:r>
              <a:rPr lang="fr-FR" dirty="0"/>
              <a:t> ipsum </a:t>
            </a:r>
            <a:r>
              <a:rPr lang="en-GB" dirty="0" err="1"/>
              <a:t>feugiat</a:t>
            </a:r>
            <a:r>
              <a:rPr lang="en-GB" dirty="0"/>
              <a:t> </a:t>
            </a:r>
            <a:r>
              <a:rPr lang="fr-FR" dirty="0"/>
              <a:t> </a:t>
            </a:r>
            <a:r>
              <a:rPr lang="fr-FR" dirty="0" err="1"/>
              <a:t>ultrices</a:t>
            </a:r>
            <a:r>
              <a:rPr lang="fr-FR" dirty="0"/>
              <a:t> id</a:t>
            </a:r>
            <a:endParaRPr lang="nl-N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946A18-5A92-DC2D-C284-CEA3B0A598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BIG TEXT AND TWO NUMBERS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697E9D3-17FC-6D88-3E27-1178B95C57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nl-NL" dirty="0"/>
              <a:t>50%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DE040-2200-7C2E-90AE-23F28A49D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</a:t>
            </a:r>
            <a:endParaRPr lang="nl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62F3D5-86A9-BBB5-B337-091AB32829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nl-NL" dirty="0"/>
              <a:t>45%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D9F286-E307-A2C1-007A-1ED8872EA530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r>
              <a:rPr lang="en-GB" dirty="0" err="1"/>
              <a:t>Cconsectetur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Proin at </a:t>
            </a:r>
            <a:r>
              <a:rPr lang="en-GB" dirty="0" err="1"/>
              <a:t>tristique</a:t>
            </a:r>
            <a:r>
              <a:rPr lang="en-GB" dirty="0"/>
              <a:t> </a:t>
            </a:r>
            <a:r>
              <a:rPr lang="en-GB" dirty="0" err="1"/>
              <a:t>tortor</a:t>
            </a:r>
            <a:r>
              <a:rPr lang="en-GB" dirty="0"/>
              <a:t>. </a:t>
            </a:r>
            <a:endParaRPr lang="nl-NL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A6775C-0EFE-DCE1-BD26-D171A0E9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9317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CBBF48-9BB5-B2A4-B9B3-5E783FD89B8F}"/>
              </a:ext>
            </a:extLst>
          </p:cNvPr>
          <p:cNvSpPr>
            <a:spLocks/>
          </p:cNvSpPr>
          <p:nvPr/>
        </p:nvSpPr>
        <p:spPr>
          <a:xfrm>
            <a:off x="2256816" y="2257846"/>
            <a:ext cx="2490281" cy="533994"/>
          </a:xfrm>
          <a:prstGeom prst="rect">
            <a:avLst/>
          </a:prstGeom>
          <a:solidFill>
            <a:srgbClr val="54AD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9D0B29-CD0F-9174-AD90-BA892860D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FFE441-AADC-2A2A-6B05-859222CAB2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5" y="413912"/>
            <a:ext cx="4899026" cy="1286301"/>
          </a:xfrm>
        </p:spPr>
        <p:txBody>
          <a:bodyPr/>
          <a:lstStyle/>
          <a:p>
            <a:r>
              <a:rPr lang="nl-NL" dirty="0"/>
              <a:t>Big </a:t>
            </a:r>
            <a:r>
              <a:rPr lang="nl-NL" dirty="0" err="1"/>
              <a:t>message</a:t>
            </a:r>
            <a:r>
              <a:rPr lang="nl-NL" dirty="0"/>
              <a:t> plus </a:t>
            </a:r>
            <a:r>
              <a:rPr lang="nl-NL" dirty="0" err="1"/>
              <a:t>photo</a:t>
            </a:r>
            <a:endParaRPr lang="nl-N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F40D43-488D-D2E1-2F22-106DA3FBDCE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88100" y="1700212"/>
            <a:ext cx="5024082" cy="4656137"/>
          </a:xfrm>
        </p:spPr>
        <p:txBody>
          <a:bodyPr>
            <a:noAutofit/>
          </a:bodyPr>
          <a:lstStyle/>
          <a:p>
            <a:r>
              <a:rPr lang="nl-NL" sz="4800" dirty="0" err="1"/>
              <a:t>Lorem</a:t>
            </a:r>
            <a:r>
              <a:rPr lang="nl-NL" sz="4800" dirty="0"/>
              <a:t> </a:t>
            </a:r>
            <a:r>
              <a:rPr lang="nl-NL" sz="4800" dirty="0" err="1"/>
              <a:t>ipsum</a:t>
            </a:r>
            <a:r>
              <a:rPr lang="nl-NL" sz="4800" dirty="0"/>
              <a:t> </a:t>
            </a:r>
            <a:r>
              <a:rPr lang="nl-NL" sz="4800" dirty="0" err="1"/>
              <a:t>dolor</a:t>
            </a:r>
            <a:r>
              <a:rPr lang="nl-NL" sz="4800" dirty="0"/>
              <a:t> </a:t>
            </a:r>
            <a:r>
              <a:rPr lang="nl-NL" sz="4800" dirty="0" err="1">
                <a:solidFill>
                  <a:schemeClr val="bg1"/>
                </a:solidFill>
              </a:rPr>
              <a:t>sit</a:t>
            </a:r>
            <a:r>
              <a:rPr lang="nl-NL" sz="4800" dirty="0">
                <a:solidFill>
                  <a:schemeClr val="bg1"/>
                </a:solidFill>
              </a:rPr>
              <a:t> </a:t>
            </a:r>
            <a:r>
              <a:rPr lang="nl-NL" sz="4800" dirty="0" err="1">
                <a:solidFill>
                  <a:schemeClr val="bg1"/>
                </a:solidFill>
              </a:rPr>
              <a:t>amet</a:t>
            </a:r>
            <a:r>
              <a:rPr lang="nl-NL" sz="4800" dirty="0">
                <a:solidFill>
                  <a:schemeClr val="bg1"/>
                </a:solidFill>
              </a:rPr>
              <a:t>, </a:t>
            </a:r>
            <a:r>
              <a:rPr lang="nl-NL" sz="4800" dirty="0" err="1"/>
              <a:t>consectetur</a:t>
            </a:r>
            <a:r>
              <a:rPr lang="nl-NL" sz="4800" dirty="0"/>
              <a:t> </a:t>
            </a:r>
            <a:r>
              <a:rPr lang="nl-NL" sz="4800" dirty="0" err="1"/>
              <a:t>placerat</a:t>
            </a:r>
            <a:r>
              <a:rPr lang="nl-NL" sz="4800" dirty="0"/>
              <a:t>  </a:t>
            </a:r>
            <a:r>
              <a:rPr lang="nl-NL" sz="4800" dirty="0" err="1"/>
              <a:t>Adipiscing</a:t>
            </a:r>
            <a:r>
              <a:rPr lang="nl-NL" sz="4800" dirty="0"/>
              <a:t> </a:t>
            </a:r>
            <a:r>
              <a:rPr lang="nl-NL" sz="4800" dirty="0" err="1"/>
              <a:t>elit</a:t>
            </a:r>
            <a:r>
              <a:rPr lang="nl-NL" sz="4800" dirty="0"/>
              <a:t>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CFE5CF-763B-60E2-86B6-F844B3B5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Placeholder 10" descr="A person feeding a child&#10;&#10;Description automatically generated">
            <a:extLst>
              <a:ext uri="{FF2B5EF4-FFF2-40B4-BE49-F238E27FC236}">
                <a16:creationId xmlns:a16="http://schemas.microsoft.com/office/drawing/2014/main" id="{B1DB2175-05D5-3EE8-2ACB-95C2067860B1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" r="9"/>
          <a:stretch/>
        </p:blipFill>
        <p:spPr>
          <a:xfrm>
            <a:off x="5783263" y="0"/>
            <a:ext cx="5788025" cy="6858000"/>
          </a:xfrm>
        </p:spPr>
      </p:pic>
    </p:spTree>
    <p:extLst>
      <p:ext uri="{BB962C8B-B14F-4D97-AF65-F5344CB8AC3E}">
        <p14:creationId xmlns:p14="http://schemas.microsoft.com/office/powerpoint/2010/main" val="2791465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B927EC-AF0F-7D9A-5840-BBBAA451C3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lang="en-GB" sz="1600" dirty="0"/>
              <a:t>Lorem ipsum </a:t>
            </a:r>
            <a:r>
              <a:rPr lang="en-GB" sz="1600" dirty="0" err="1"/>
              <a:t>dolor</a:t>
            </a:r>
            <a:r>
              <a:rPr lang="en-GB" sz="1600" dirty="0"/>
              <a:t> sit </a:t>
            </a:r>
            <a:r>
              <a:rPr lang="en-GB" sz="1600" dirty="0" err="1"/>
              <a:t>amet</a:t>
            </a:r>
            <a:r>
              <a:rPr lang="en-GB" sz="1600" dirty="0"/>
              <a:t>, </a:t>
            </a:r>
            <a:r>
              <a:rPr lang="en-GB" sz="1600" dirty="0" err="1"/>
              <a:t>consectetur</a:t>
            </a:r>
            <a:r>
              <a:rPr lang="en-GB" sz="1600" dirty="0"/>
              <a:t> </a:t>
            </a:r>
            <a:r>
              <a:rPr lang="en-GB" sz="1600" dirty="0" err="1"/>
              <a:t>adipiscing</a:t>
            </a:r>
            <a:r>
              <a:rPr lang="en-GB" sz="1600" dirty="0"/>
              <a:t> </a:t>
            </a:r>
            <a:r>
              <a:rPr lang="en-GB" sz="1600" dirty="0" err="1"/>
              <a:t>elit</a:t>
            </a:r>
            <a:r>
              <a:rPr lang="en-GB" sz="1600" dirty="0"/>
              <a:t>. Proin at </a:t>
            </a:r>
            <a:r>
              <a:rPr lang="en-GB" sz="1600" dirty="0" err="1"/>
              <a:t>tristique</a:t>
            </a:r>
            <a:r>
              <a:rPr lang="en-GB" sz="1600" dirty="0"/>
              <a:t> </a:t>
            </a:r>
            <a:r>
              <a:rPr lang="en-GB" sz="1600" dirty="0" err="1"/>
              <a:t>tortor</a:t>
            </a:r>
            <a:r>
              <a:rPr lang="en-GB" sz="1600" dirty="0"/>
              <a:t>. </a:t>
            </a:r>
            <a:r>
              <a:rPr lang="en-GB" sz="1600" dirty="0" err="1"/>
              <a:t>Quisque</a:t>
            </a:r>
            <a:r>
              <a:rPr lang="en-GB" sz="1600" dirty="0"/>
              <a:t> sit </a:t>
            </a:r>
            <a:r>
              <a:rPr lang="en-GB" sz="1600" dirty="0" err="1"/>
              <a:t>amet</a:t>
            </a:r>
            <a:r>
              <a:rPr lang="en-GB" sz="1600" dirty="0"/>
              <a:t> </a:t>
            </a:r>
            <a:r>
              <a:rPr lang="en-GB" sz="1600" dirty="0" err="1"/>
              <a:t>commodo</a:t>
            </a:r>
            <a:r>
              <a:rPr lang="en-GB" sz="1600" dirty="0"/>
              <a:t> </a:t>
            </a:r>
            <a:r>
              <a:rPr lang="en-GB" sz="1600" dirty="0" err="1"/>
              <a:t>lacus</a:t>
            </a:r>
            <a:r>
              <a:rPr lang="en-GB" sz="1600" dirty="0"/>
              <a:t>, in </a:t>
            </a:r>
            <a:r>
              <a:rPr lang="en-GB" sz="1600" dirty="0" err="1"/>
              <a:t>varius</a:t>
            </a:r>
            <a:r>
              <a:rPr lang="en-GB" sz="1600" dirty="0"/>
              <a:t> </a:t>
            </a:r>
            <a:r>
              <a:rPr lang="en-GB" sz="1600" dirty="0" err="1"/>
              <a:t>turpis</a:t>
            </a:r>
            <a:r>
              <a:rPr lang="en-GB" sz="1600" dirty="0"/>
              <a:t>. Sed </a:t>
            </a:r>
            <a:r>
              <a:rPr lang="en-GB" sz="1600" dirty="0" err="1"/>
              <a:t>euismod</a:t>
            </a:r>
            <a:r>
              <a:rPr lang="en-GB" sz="1600" dirty="0"/>
              <a:t> </a:t>
            </a:r>
            <a:r>
              <a:rPr lang="en-GB" sz="1600" dirty="0" err="1"/>
              <a:t>commodo</a:t>
            </a:r>
            <a:r>
              <a:rPr lang="en-GB" sz="1600" dirty="0"/>
              <a:t> </a:t>
            </a:r>
            <a:r>
              <a:rPr lang="en-GB" sz="1600" dirty="0" err="1"/>
              <a:t>ornare</a:t>
            </a:r>
            <a:r>
              <a:rPr lang="en-GB" sz="1600" dirty="0"/>
              <a:t>. Cras </a:t>
            </a:r>
            <a:r>
              <a:rPr lang="en-GB" sz="1600" dirty="0" err="1"/>
              <a:t>malesuada</a:t>
            </a:r>
            <a:r>
              <a:rPr lang="en-GB" sz="1600" dirty="0"/>
              <a:t> </a:t>
            </a:r>
            <a:r>
              <a:rPr lang="en-GB" sz="1600" dirty="0" err="1"/>
              <a:t>elit</a:t>
            </a:r>
            <a:r>
              <a:rPr lang="en-GB" sz="1600" dirty="0"/>
              <a:t> mi, vitae </a:t>
            </a:r>
            <a:r>
              <a:rPr lang="en-GB" sz="1600" dirty="0" err="1"/>
              <a:t>rhoncus</a:t>
            </a:r>
            <a:r>
              <a:rPr lang="en-GB" sz="1600" dirty="0"/>
              <a:t> </a:t>
            </a:r>
            <a:r>
              <a:rPr lang="en-GB" sz="1600" dirty="0" err="1"/>
              <a:t>felis</a:t>
            </a:r>
            <a:r>
              <a:rPr lang="en-GB" sz="1600" dirty="0"/>
              <a:t> porta vitae. </a:t>
            </a:r>
            <a:r>
              <a:rPr lang="en-GB" sz="1600" dirty="0" err="1"/>
              <a:t>Nulla</a:t>
            </a:r>
            <a:r>
              <a:rPr lang="en-GB" sz="1600" dirty="0"/>
              <a:t> </a:t>
            </a:r>
            <a:r>
              <a:rPr lang="en-GB" sz="1600" dirty="0" err="1"/>
              <a:t>pellentesque</a:t>
            </a:r>
            <a:r>
              <a:rPr lang="en-GB" sz="1600" dirty="0"/>
              <a:t> magna et </a:t>
            </a:r>
            <a:r>
              <a:rPr lang="en-GB" sz="1600" dirty="0" err="1"/>
              <a:t>leo</a:t>
            </a:r>
            <a:r>
              <a:rPr lang="en-GB" sz="1600" dirty="0"/>
              <a:t> </a:t>
            </a:r>
            <a:r>
              <a:rPr lang="en-GB" sz="1600" dirty="0" err="1"/>
              <a:t>tincidunt</a:t>
            </a:r>
            <a:r>
              <a:rPr lang="en-GB" sz="1600" dirty="0"/>
              <a:t> convallis. Donec </a:t>
            </a:r>
            <a:r>
              <a:rPr lang="en-GB" sz="1600" dirty="0" err="1"/>
              <a:t>posuere</a:t>
            </a:r>
            <a:r>
              <a:rPr lang="en-GB" sz="1600" dirty="0"/>
              <a:t> </a:t>
            </a:r>
            <a:r>
              <a:rPr lang="en-GB" sz="1600" dirty="0" err="1"/>
              <a:t>dolor</a:t>
            </a:r>
            <a:r>
              <a:rPr lang="en-GB" sz="1600" dirty="0"/>
              <a:t> ac </a:t>
            </a:r>
            <a:r>
              <a:rPr lang="en-GB" sz="1600" dirty="0" err="1"/>
              <a:t>nibh</a:t>
            </a:r>
            <a:r>
              <a:rPr lang="en-GB" sz="1600" dirty="0"/>
              <a:t> </a:t>
            </a:r>
            <a:r>
              <a:rPr lang="en-GB" sz="1600" dirty="0" err="1"/>
              <a:t>sagittis</a:t>
            </a:r>
            <a:r>
              <a:rPr lang="en-GB" sz="1600" dirty="0"/>
              <a:t> </a:t>
            </a:r>
            <a:r>
              <a:rPr lang="en-GB" sz="1600" dirty="0" err="1"/>
              <a:t>ullamcorper</a:t>
            </a:r>
            <a:r>
              <a:rPr lang="en-GB" sz="1600" dirty="0"/>
              <a:t>. </a:t>
            </a:r>
          </a:p>
          <a:p>
            <a:pPr lvl="2"/>
            <a:endParaRPr lang="en-GB" sz="1400" dirty="0"/>
          </a:p>
          <a:p>
            <a:pPr lvl="1"/>
            <a:r>
              <a:rPr lang="en-GB" sz="1600" dirty="0" err="1"/>
              <a:t>Quisque</a:t>
            </a:r>
            <a:r>
              <a:rPr lang="en-GB" sz="1600" dirty="0"/>
              <a:t> </a:t>
            </a:r>
            <a:r>
              <a:rPr lang="en-GB" sz="1600" dirty="0" err="1"/>
              <a:t>quis</a:t>
            </a:r>
            <a:r>
              <a:rPr lang="en-GB" sz="1600" dirty="0"/>
              <a:t> </a:t>
            </a:r>
            <a:r>
              <a:rPr lang="en-GB" sz="1600" dirty="0" err="1"/>
              <a:t>massa</a:t>
            </a:r>
            <a:r>
              <a:rPr lang="en-GB" sz="1600" dirty="0"/>
              <a:t> </a:t>
            </a:r>
            <a:r>
              <a:rPr lang="en-GB" sz="1600" dirty="0" err="1"/>
              <a:t>sodales</a:t>
            </a:r>
            <a:r>
              <a:rPr lang="en-GB" sz="1600" dirty="0"/>
              <a:t> </a:t>
            </a:r>
            <a:r>
              <a:rPr lang="en-GB" sz="1600" dirty="0" err="1"/>
              <a:t>dolor</a:t>
            </a:r>
            <a:r>
              <a:rPr lang="en-GB" sz="1600" dirty="0"/>
              <a:t> </a:t>
            </a:r>
            <a:r>
              <a:rPr lang="en-GB" sz="1600" dirty="0" err="1"/>
              <a:t>faucibus</a:t>
            </a:r>
            <a:r>
              <a:rPr lang="en-GB" sz="1600" dirty="0"/>
              <a:t> convallis. Sed </a:t>
            </a:r>
            <a:r>
              <a:rPr lang="en-GB" sz="1600" dirty="0" err="1"/>
              <a:t>dapibus</a:t>
            </a:r>
            <a:r>
              <a:rPr lang="en-GB" sz="1600" dirty="0"/>
              <a:t> eros </a:t>
            </a:r>
            <a:r>
              <a:rPr lang="en-GB" sz="1600" dirty="0" err="1"/>
              <a:t>sollicitudin</a:t>
            </a:r>
            <a:r>
              <a:rPr lang="en-GB" sz="1600" dirty="0"/>
              <a:t> </a:t>
            </a:r>
            <a:r>
              <a:rPr lang="en-GB" sz="1600" dirty="0" err="1"/>
              <a:t>aliquam</a:t>
            </a:r>
            <a:r>
              <a:rPr lang="en-GB" sz="1600" dirty="0"/>
              <a:t> </a:t>
            </a:r>
            <a:r>
              <a:rPr lang="en-GB" sz="1600" dirty="0" err="1"/>
              <a:t>finibus</a:t>
            </a:r>
            <a:r>
              <a:rPr lang="en-GB" sz="1600" dirty="0"/>
              <a:t>. Donec </a:t>
            </a:r>
            <a:r>
              <a:rPr lang="en-GB" sz="1600" dirty="0" err="1"/>
              <a:t>molestie</a:t>
            </a:r>
            <a:r>
              <a:rPr lang="en-GB" sz="1600" dirty="0"/>
              <a:t> </a:t>
            </a:r>
            <a:r>
              <a:rPr lang="en-GB" sz="1600" dirty="0" err="1"/>
              <a:t>quam</a:t>
            </a:r>
            <a:r>
              <a:rPr lang="en-GB" sz="1600" dirty="0"/>
              <a:t> a </a:t>
            </a:r>
            <a:r>
              <a:rPr lang="en-GB" sz="1600" dirty="0" err="1"/>
              <a:t>pellentesque</a:t>
            </a:r>
            <a:r>
              <a:rPr lang="en-GB" sz="1600" dirty="0"/>
              <a:t> </a:t>
            </a:r>
            <a:r>
              <a:rPr lang="en-GB" sz="1600" dirty="0" err="1"/>
              <a:t>pretium</a:t>
            </a:r>
            <a:r>
              <a:rPr lang="en-GB" sz="1600" dirty="0"/>
              <a:t>. </a:t>
            </a:r>
            <a:r>
              <a:rPr lang="en-GB" sz="1600" dirty="0" err="1"/>
              <a:t>Nulla</a:t>
            </a:r>
            <a:r>
              <a:rPr lang="en-GB" sz="1600" dirty="0"/>
              <a:t> </a:t>
            </a:r>
            <a:r>
              <a:rPr lang="en-GB" sz="1600" dirty="0" err="1"/>
              <a:t>facilisis</a:t>
            </a:r>
            <a:r>
              <a:rPr lang="en-GB" sz="1600" dirty="0"/>
              <a:t> </a:t>
            </a:r>
            <a:r>
              <a:rPr lang="en-GB" sz="1600" dirty="0" err="1"/>
              <a:t>diam</a:t>
            </a:r>
            <a:r>
              <a:rPr lang="en-GB" sz="1600" dirty="0"/>
              <a:t> in </a:t>
            </a:r>
            <a:r>
              <a:rPr lang="en-GB" sz="1600" dirty="0" err="1"/>
              <a:t>leo</a:t>
            </a:r>
            <a:r>
              <a:rPr lang="en-GB" sz="1600" dirty="0"/>
              <a:t> cursus, </a:t>
            </a:r>
            <a:r>
              <a:rPr lang="en-GB" sz="1600" dirty="0" err="1"/>
              <a:t>ut</a:t>
            </a:r>
            <a:r>
              <a:rPr lang="en-GB" sz="1600" dirty="0"/>
              <a:t> </a:t>
            </a:r>
            <a:r>
              <a:rPr lang="en-GB" sz="1600" dirty="0" err="1"/>
              <a:t>malesuada</a:t>
            </a:r>
            <a:r>
              <a:rPr lang="en-GB" sz="1600" dirty="0"/>
              <a:t> </a:t>
            </a:r>
            <a:r>
              <a:rPr lang="en-GB" sz="1600" dirty="0" err="1"/>
              <a:t>mauris</a:t>
            </a:r>
            <a:r>
              <a:rPr lang="en-GB" sz="1600" dirty="0"/>
              <a:t> </a:t>
            </a:r>
            <a:r>
              <a:rPr lang="en-GB" sz="1600" dirty="0" err="1"/>
              <a:t>hendrerit</a:t>
            </a:r>
            <a:r>
              <a:rPr lang="en-GB" sz="1600" dirty="0"/>
              <a:t>. </a:t>
            </a:r>
            <a:r>
              <a:rPr lang="en-GB" sz="1600" dirty="0" err="1"/>
              <a:t>Fusce</a:t>
            </a:r>
            <a:r>
              <a:rPr lang="en-GB" sz="1600" dirty="0"/>
              <a:t> </a:t>
            </a:r>
            <a:r>
              <a:rPr lang="en-GB" sz="1600" dirty="0" err="1"/>
              <a:t>ut</a:t>
            </a:r>
            <a:r>
              <a:rPr lang="en-GB" sz="1600" dirty="0"/>
              <a:t> </a:t>
            </a:r>
            <a:r>
              <a:rPr lang="en-GB" sz="1600" dirty="0" err="1"/>
              <a:t>pellentesque</a:t>
            </a:r>
            <a:r>
              <a:rPr lang="en-GB" sz="1600" dirty="0"/>
              <a:t> </a:t>
            </a:r>
            <a:r>
              <a:rPr lang="en-GB" sz="1600" dirty="0" err="1"/>
              <a:t>nisl</a:t>
            </a:r>
            <a:r>
              <a:rPr lang="en-GB" sz="1600" dirty="0"/>
              <a:t>, </a:t>
            </a:r>
            <a:r>
              <a:rPr lang="en-GB" sz="1600" dirty="0" err="1"/>
              <a:t>ut</a:t>
            </a:r>
            <a:r>
              <a:rPr lang="en-GB" sz="1600" dirty="0"/>
              <a:t> porta </a:t>
            </a:r>
            <a:r>
              <a:rPr lang="en-GB" sz="1600" dirty="0" err="1"/>
              <a:t>purus</a:t>
            </a:r>
            <a:r>
              <a:rPr lang="en-GB" sz="1600" dirty="0"/>
              <a:t>. In </a:t>
            </a:r>
            <a:r>
              <a:rPr lang="en-GB" sz="1600" dirty="0" err="1"/>
              <a:t>turpis</a:t>
            </a:r>
            <a:r>
              <a:rPr lang="en-GB" sz="1600" dirty="0"/>
              <a:t> </a:t>
            </a:r>
            <a:r>
              <a:rPr lang="en-GB" sz="1600" dirty="0" err="1"/>
              <a:t>justo</a:t>
            </a:r>
            <a:r>
              <a:rPr lang="en-GB" sz="1600" dirty="0"/>
              <a:t>, pharetra id dictum a, </a:t>
            </a:r>
            <a:r>
              <a:rPr lang="en-GB" sz="1600" dirty="0" err="1"/>
              <a:t>pellentesque</a:t>
            </a:r>
            <a:r>
              <a:rPr lang="en-GB" sz="1600" dirty="0"/>
              <a:t> in </a:t>
            </a:r>
            <a:r>
              <a:rPr lang="en-GB" sz="1600" dirty="0" err="1"/>
              <a:t>nisl</a:t>
            </a:r>
            <a:r>
              <a:rPr lang="en-GB" sz="1600" dirty="0"/>
              <a:t>. Donec pulvinar id </a:t>
            </a:r>
            <a:r>
              <a:rPr lang="en-GB" sz="1600" dirty="0" err="1"/>
              <a:t>turpis</a:t>
            </a:r>
            <a:r>
              <a:rPr lang="en-GB" sz="1600" dirty="0"/>
              <a:t> a </a:t>
            </a:r>
            <a:r>
              <a:rPr lang="en-GB" sz="1600" dirty="0" err="1"/>
              <a:t>ultrices</a:t>
            </a:r>
            <a:r>
              <a:rPr lang="en-GB" sz="1600" dirty="0"/>
              <a:t>. </a:t>
            </a:r>
            <a:r>
              <a:rPr lang="en-GB" sz="1600" dirty="0" err="1"/>
              <a:t>Phasellus</a:t>
            </a:r>
            <a:r>
              <a:rPr lang="en-GB" sz="1600" dirty="0"/>
              <a:t> </a:t>
            </a:r>
            <a:r>
              <a:rPr lang="en-GB" sz="1600" dirty="0" err="1"/>
              <a:t>eget</a:t>
            </a:r>
            <a:r>
              <a:rPr lang="en-GB" sz="1600" dirty="0"/>
              <a:t> </a:t>
            </a:r>
            <a:r>
              <a:rPr lang="en-GB" sz="1600" dirty="0" err="1"/>
              <a:t>blandit</a:t>
            </a:r>
            <a:r>
              <a:rPr lang="en-GB" sz="1600" dirty="0"/>
              <a:t> </a:t>
            </a:r>
            <a:r>
              <a:rPr lang="en-GB" sz="1600" dirty="0" err="1"/>
              <a:t>nisl</a:t>
            </a:r>
            <a:r>
              <a:rPr lang="en-GB" sz="1600" dirty="0"/>
              <a:t>. Class </a:t>
            </a:r>
            <a:r>
              <a:rPr lang="en-GB" sz="1600" dirty="0" err="1"/>
              <a:t>aptent</a:t>
            </a:r>
            <a:r>
              <a:rPr lang="en-GB" sz="1600" dirty="0"/>
              <a:t> </a:t>
            </a:r>
            <a:r>
              <a:rPr lang="en-GB" sz="1600" dirty="0" err="1"/>
              <a:t>taciti</a:t>
            </a:r>
            <a:r>
              <a:rPr lang="en-GB" sz="1600" dirty="0"/>
              <a:t> </a:t>
            </a:r>
            <a:r>
              <a:rPr lang="en-GB" sz="1600" dirty="0" err="1"/>
              <a:t>sociosqu</a:t>
            </a:r>
            <a:r>
              <a:rPr lang="en-GB" sz="1600" dirty="0"/>
              <a:t> ad </a:t>
            </a:r>
            <a:r>
              <a:rPr lang="en-GB" sz="1600" dirty="0" err="1"/>
              <a:t>litora</a:t>
            </a:r>
            <a:r>
              <a:rPr lang="en-GB" sz="1600" dirty="0"/>
              <a:t> </a:t>
            </a:r>
            <a:r>
              <a:rPr lang="en-GB" sz="1600" dirty="0" err="1"/>
              <a:t>torquent</a:t>
            </a:r>
            <a:r>
              <a:rPr lang="en-GB" sz="1600" dirty="0"/>
              <a:t> per </a:t>
            </a:r>
            <a:r>
              <a:rPr lang="en-GB" sz="1600" dirty="0" err="1"/>
              <a:t>conubia</a:t>
            </a:r>
            <a:r>
              <a:rPr lang="en-GB" sz="1600" dirty="0"/>
              <a:t> nostra, per </a:t>
            </a:r>
            <a:r>
              <a:rPr lang="en-GB" sz="1600" dirty="0" err="1"/>
              <a:t>inceptos</a:t>
            </a:r>
            <a:r>
              <a:rPr lang="en-GB" sz="1600" dirty="0"/>
              <a:t> </a:t>
            </a:r>
            <a:r>
              <a:rPr lang="en-GB" sz="1600" dirty="0" err="1"/>
              <a:t>himenaeos</a:t>
            </a:r>
            <a:r>
              <a:rPr lang="en-GB" sz="1600" dirty="0"/>
              <a:t>. </a:t>
            </a:r>
            <a:r>
              <a:rPr lang="en-GB" sz="1600" dirty="0" err="1"/>
              <a:t>Suspendisse</a:t>
            </a:r>
            <a:r>
              <a:rPr lang="en-GB" sz="1600" dirty="0"/>
              <a:t> </a:t>
            </a:r>
            <a:r>
              <a:rPr lang="en-GB" sz="1600" dirty="0" err="1"/>
              <a:t>facilisis</a:t>
            </a:r>
            <a:r>
              <a:rPr lang="en-GB" sz="1600" dirty="0"/>
              <a:t> </a:t>
            </a:r>
            <a:r>
              <a:rPr lang="en-GB" sz="1600" dirty="0" err="1"/>
              <a:t>justo</a:t>
            </a:r>
            <a:r>
              <a:rPr lang="en-GB" sz="1600" dirty="0"/>
              <a:t> vitae </a:t>
            </a:r>
            <a:r>
              <a:rPr lang="en-GB" sz="1600" dirty="0" err="1"/>
              <a:t>sapien</a:t>
            </a:r>
            <a:r>
              <a:rPr lang="en-GB" sz="1600" dirty="0"/>
              <a:t> </a:t>
            </a:r>
            <a:r>
              <a:rPr lang="en-GB" sz="1600" dirty="0" err="1"/>
              <a:t>eleifend</a:t>
            </a:r>
            <a:r>
              <a:rPr lang="en-GB" sz="1600" dirty="0"/>
              <a:t> </a:t>
            </a:r>
            <a:r>
              <a:rPr lang="en-GB" sz="1600" dirty="0" err="1"/>
              <a:t>scelerisque</a:t>
            </a:r>
            <a:r>
              <a:rPr lang="en-GB" sz="1600" dirty="0"/>
              <a:t>. </a:t>
            </a:r>
            <a:r>
              <a:rPr lang="en-GB" sz="1600" dirty="0" err="1"/>
              <a:t>Praesent</a:t>
            </a:r>
            <a:r>
              <a:rPr lang="en-GB" sz="1600" dirty="0"/>
              <a:t> id </a:t>
            </a:r>
            <a:r>
              <a:rPr lang="en-GB" sz="1600" dirty="0" err="1"/>
              <a:t>neque</a:t>
            </a:r>
            <a:r>
              <a:rPr lang="en-GB" sz="1600" dirty="0"/>
              <a:t> non </a:t>
            </a:r>
            <a:r>
              <a:rPr lang="en-GB" sz="1600" dirty="0" err="1"/>
              <a:t>neque</a:t>
            </a:r>
            <a:r>
              <a:rPr lang="en-GB" sz="1600" dirty="0"/>
              <a:t> </a:t>
            </a:r>
            <a:r>
              <a:rPr lang="en-GB" sz="1600" dirty="0" err="1"/>
              <a:t>feugiat</a:t>
            </a:r>
            <a:r>
              <a:rPr lang="en-GB" sz="1600" dirty="0"/>
              <a:t> </a:t>
            </a:r>
            <a:r>
              <a:rPr lang="en-GB" sz="1600" dirty="0" err="1"/>
              <a:t>luctus</a:t>
            </a:r>
            <a:r>
              <a:rPr lang="en-GB" sz="1600" dirty="0"/>
              <a:t>. </a:t>
            </a:r>
          </a:p>
          <a:p>
            <a:pPr lvl="1"/>
            <a:endParaRPr lang="nl-NL" sz="16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CC1CAF-089A-6A18-4956-D1F14F74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01A84B-9A52-88EA-3B58-95AFC232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59C95C-0738-C00D-C7C7-59C59C5D26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/>
              <a:t>Big message plus teXt or CHART</a:t>
            </a:r>
          </a:p>
          <a:p>
            <a:endParaRPr lang="nl-NL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A399A5-0AC3-72B6-1E34-AFE61A023836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nl-NL" sz="5600" cap="none"/>
              <a:t>Bringing </a:t>
            </a:r>
          </a:p>
          <a:p>
            <a:pPr>
              <a:lnSpc>
                <a:spcPct val="80000"/>
              </a:lnSpc>
            </a:pPr>
            <a:r>
              <a:rPr lang="nl-NL" sz="5600" u="heavy" cap="none">
                <a:solidFill>
                  <a:schemeClr val="accent1"/>
                </a:solidFill>
                <a:uFill>
                  <a:solidFill>
                    <a:srgbClr val="F88806"/>
                  </a:solidFill>
                </a:uFill>
              </a:rPr>
              <a:t>health through food </a:t>
            </a:r>
            <a:r>
              <a:rPr lang="nl-NL" sz="5600" cap="none"/>
              <a:t>to as many people as possible</a:t>
            </a:r>
            <a:endParaRPr lang="nl-NL" sz="5600" cap="none" dirty="0"/>
          </a:p>
        </p:txBody>
      </p:sp>
    </p:spTree>
    <p:extLst>
      <p:ext uri="{BB962C8B-B14F-4D97-AF65-F5344CB8AC3E}">
        <p14:creationId xmlns:p14="http://schemas.microsoft.com/office/powerpoint/2010/main" val="36555327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E4F6A5-D153-43C0-8E00-5CDF3D229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/>
          <a:lstStyle/>
          <a:p>
            <a:r>
              <a:rPr lang="en-US" dirty="0"/>
              <a:t>Insert title slide here –  can span over two line.</a:t>
            </a:r>
          </a:p>
          <a:p>
            <a:pPr lvl="1"/>
            <a:r>
              <a:rPr lang="en-US" dirty="0"/>
              <a:t>Subtitle – Use the increase/decrease List Level buttons on the Home Tab, to move between text levels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9573-A140-4D5E-87D6-014D6EFD0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10837863" cy="4656135"/>
          </a:xfrm>
        </p:spPr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pPr lvl="1"/>
            <a:r>
              <a:rPr lang="en-GB" dirty="0"/>
              <a:t>Body copy level 2 – Danone One Light 18pt </a:t>
            </a:r>
          </a:p>
          <a:p>
            <a:pPr lvl="2"/>
            <a:r>
              <a:rPr lang="en-GB" dirty="0"/>
              <a:t>Body copy level 3 – Danone One 16pt</a:t>
            </a:r>
          </a:p>
          <a:p>
            <a:pPr lvl="3"/>
            <a:r>
              <a:rPr lang="en-GB" dirty="0"/>
              <a:t>Body copy level 4 bullet – Danone One Light 16pt</a:t>
            </a:r>
          </a:p>
          <a:p>
            <a:pPr lvl="4"/>
            <a:r>
              <a:rPr lang="en-GB" dirty="0"/>
              <a:t>Body copy level 5 bullet – Danone One Light 16pt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70FF9-D6FD-4488-A512-9535A9EF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39</a:t>
            </a:fld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E72EFA-652D-6E2B-3DA7-90B1C28C3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66418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9573-A140-4D5E-87D6-014D6EFD05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Body copy level 1 – Header text Danone Font</a:t>
            </a:r>
            <a:br>
              <a:rPr lang="en-GB" dirty="0"/>
            </a:br>
            <a:r>
              <a:rPr lang="en-GB" dirty="0"/>
              <a:t>condensed 20pt. </a:t>
            </a:r>
          </a:p>
          <a:p>
            <a:pPr lvl="1"/>
            <a:r>
              <a:rPr lang="en-GB" dirty="0"/>
              <a:t>Body copy level 2 – Danone One Light 18pt </a:t>
            </a:r>
          </a:p>
          <a:p>
            <a:pPr lvl="2"/>
            <a:r>
              <a:rPr lang="en-GB" dirty="0"/>
              <a:t>Body copy level 3 – Danone One 16pt</a:t>
            </a:r>
          </a:p>
          <a:p>
            <a:pPr lvl="3"/>
            <a:r>
              <a:rPr lang="en-GB" dirty="0"/>
              <a:t>Body copy level 4 bullet – Danone One Light 16pt</a:t>
            </a:r>
          </a:p>
          <a:p>
            <a:pPr lvl="4"/>
            <a:r>
              <a:rPr lang="en-GB" dirty="0"/>
              <a:t>Body copy level 5 bullet – Danone One Light 16pt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5B82D-F2EE-4936-AD27-96E5EAF1F7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Body copy level 1 – Header text Danone Font</a:t>
            </a:r>
            <a:br>
              <a:rPr lang="en-GB" dirty="0"/>
            </a:br>
            <a:r>
              <a:rPr lang="en-GB" dirty="0"/>
              <a:t>condensed 20pt. </a:t>
            </a:r>
          </a:p>
          <a:p>
            <a:pPr lvl="1"/>
            <a:r>
              <a:rPr lang="en-GB" dirty="0"/>
              <a:t>Body copy level 2 – Danone One Light 18pt </a:t>
            </a:r>
          </a:p>
          <a:p>
            <a:pPr lvl="2"/>
            <a:r>
              <a:rPr lang="en-GB" dirty="0"/>
              <a:t>Body copy level 3 – Danone One 16pt</a:t>
            </a:r>
          </a:p>
          <a:p>
            <a:pPr lvl="3"/>
            <a:r>
              <a:rPr lang="en-GB" dirty="0"/>
              <a:t>Body copy level 4 bullet – Danone One Light 16pt</a:t>
            </a:r>
          </a:p>
          <a:p>
            <a:pPr lvl="4"/>
            <a:r>
              <a:rPr lang="en-GB" dirty="0"/>
              <a:t>Body copy level 5 bullet – Danone One Light 16pt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70FF9-D6FD-4488-A512-9535A9EF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E4F6A5-D153-43C0-8E00-5CDF3D229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Insert title slide here –  can span over two line.</a:t>
            </a:r>
            <a:br>
              <a:rPr lang="en-US" dirty="0"/>
            </a:b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B64B47-0C34-8240-B22B-E50C3BB5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5282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92C1D0-9213-4AF0-A841-FF28A0A642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Body copy level 1 – Header text Danone One condensed 20pt. </a:t>
            </a:r>
          </a:p>
          <a:p>
            <a:pPr lvl="1"/>
            <a:r>
              <a:rPr lang="en-GB" dirty="0"/>
              <a:t>Body copy level 2 – Danone One Light 18pt </a:t>
            </a:r>
          </a:p>
          <a:p>
            <a:pPr lvl="2"/>
            <a:r>
              <a:rPr lang="en-GB" dirty="0"/>
              <a:t>Body copy level 3 – Danone One 16pt</a:t>
            </a:r>
          </a:p>
          <a:p>
            <a:pPr lvl="3"/>
            <a:r>
              <a:rPr lang="en-GB" dirty="0"/>
              <a:t>Body copy level 4 bullet – Danone One Light 16pt</a:t>
            </a:r>
          </a:p>
          <a:p>
            <a:pPr lvl="4"/>
            <a:r>
              <a:rPr lang="en-GB" dirty="0"/>
              <a:t>Body copy level 5 bullet – Danone One Light 16pt</a:t>
            </a:r>
          </a:p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9AFF5C-06CB-4709-AA8E-DFC6549A3F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Body copy level 1 – Header text Danone One condensed 20pt. </a:t>
            </a:r>
          </a:p>
          <a:p>
            <a:pPr lvl="1"/>
            <a:r>
              <a:rPr lang="en-GB" dirty="0"/>
              <a:t>Body copy level 2 – Danone One Light 18pt </a:t>
            </a:r>
          </a:p>
          <a:p>
            <a:pPr lvl="2"/>
            <a:r>
              <a:rPr lang="en-GB" dirty="0"/>
              <a:t>Body copy level 3 – Danone One 16pt</a:t>
            </a:r>
          </a:p>
          <a:p>
            <a:pPr lvl="3"/>
            <a:r>
              <a:rPr lang="en-GB" dirty="0"/>
              <a:t>Body copy level 4 bullet – Danone One Light 16pt</a:t>
            </a:r>
          </a:p>
          <a:p>
            <a:pPr lvl="4"/>
            <a:r>
              <a:rPr lang="en-GB" dirty="0"/>
              <a:t>Body copy level 5 bullet – Danone One Light 16pt</a:t>
            </a:r>
          </a:p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6D97F-6FE9-4717-B48A-EA8A69EB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41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9657B6-6C67-4194-B2DC-FB339B922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Insert title slide here –  can span over two line.</a:t>
            </a:r>
          </a:p>
          <a:p>
            <a:pPr lvl="1"/>
            <a:r>
              <a:rPr lang="en-US" dirty="0"/>
              <a:t>Subtitle – Use the increase/decrease List Level buttons on the Home Tab, to move between text levels</a:t>
            </a:r>
            <a:endParaRPr lang="en-GB" dirty="0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4FF90D-86C3-064B-66F4-D4800F20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777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9573-A140-4D5E-87D6-014D6EFD05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pPr lvl="1"/>
            <a:r>
              <a:rPr lang="en-GB" dirty="0"/>
              <a:t>Body copy level 2 – Danone One Light 16pt </a:t>
            </a:r>
          </a:p>
          <a:p>
            <a:pPr lvl="2"/>
            <a:r>
              <a:rPr lang="en-GB" dirty="0"/>
              <a:t>Body copy level 3 – Danone One 14pt</a:t>
            </a:r>
          </a:p>
          <a:p>
            <a:pPr lvl="3"/>
            <a:r>
              <a:rPr lang="en-GB" dirty="0"/>
              <a:t>Body copy level 4 bullet – Danone One Light 14pt</a:t>
            </a:r>
          </a:p>
          <a:p>
            <a:pPr lvl="4"/>
            <a:r>
              <a:rPr lang="en-GB" dirty="0"/>
              <a:t>Body copy level 5 bullet – Danone One Light 14pt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46A62-CCE9-4851-A240-03C207784D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pPr lvl="1"/>
            <a:r>
              <a:rPr lang="en-GB" dirty="0"/>
              <a:t>Body copy level 2 – Danone One Light 16pt </a:t>
            </a:r>
          </a:p>
          <a:p>
            <a:pPr lvl="2"/>
            <a:r>
              <a:rPr lang="en-GB" dirty="0"/>
              <a:t>Body copy level 3 – Danone One 14pt</a:t>
            </a:r>
          </a:p>
          <a:p>
            <a:pPr lvl="3"/>
            <a:r>
              <a:rPr lang="en-GB" dirty="0"/>
              <a:t>Body copy level 4 bullet – Danone One Light 14pt</a:t>
            </a:r>
          </a:p>
          <a:p>
            <a:pPr lvl="4"/>
            <a:r>
              <a:rPr lang="en-GB" dirty="0"/>
              <a:t>Body copy level 5 bullet – Danone One Light 14pt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70FF9-D6FD-4488-A512-9535A9EF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42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A96F48-9C0C-42D3-AFE8-624FD5D7C29E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pPr lvl="1"/>
            <a:r>
              <a:rPr lang="en-GB" dirty="0"/>
              <a:t>Body copy level 2 – Danone One Light 16pt </a:t>
            </a:r>
          </a:p>
          <a:p>
            <a:pPr lvl="2"/>
            <a:r>
              <a:rPr lang="en-GB" dirty="0"/>
              <a:t>Body copy level 3 – Danone One 14pt</a:t>
            </a:r>
          </a:p>
          <a:p>
            <a:pPr lvl="3"/>
            <a:r>
              <a:rPr lang="en-GB" dirty="0"/>
              <a:t>Body copy level 4 bullet – Danone One Light 14pt</a:t>
            </a:r>
          </a:p>
          <a:p>
            <a:pPr lvl="4"/>
            <a:r>
              <a:rPr lang="en-GB" dirty="0"/>
              <a:t>Body copy level 5 bullet – Danone One Light 14pt</a:t>
            </a:r>
          </a:p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E4F6A5-D153-43C0-8E00-5CDF3D229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Insert title slide here –  can span over two line.</a:t>
            </a:r>
            <a:br>
              <a:rPr lang="en-US" dirty="0"/>
            </a:b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FB3E82-3B97-F371-66C0-72BD18EF33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7F0F2C-3885-6BC9-EA9A-D5881421E3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ED80F0C-2339-6B23-3647-D8D94AB3D4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2DE08A-083A-8E5D-3A46-677D156B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6544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9573-A140-4D5E-87D6-014D6EFD05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Insert heading text here</a:t>
            </a:r>
          </a:p>
          <a:p>
            <a:pPr lvl="1"/>
            <a:r>
              <a:rPr lang="en-GB" sz="1400" dirty="0" err="1"/>
              <a:t>Sed</a:t>
            </a:r>
            <a:r>
              <a:rPr lang="en-GB" sz="1400" dirty="0"/>
              <a:t> do </a:t>
            </a:r>
            <a:r>
              <a:rPr lang="en-GB" sz="1400" dirty="0" err="1"/>
              <a:t>eiusmod</a:t>
            </a:r>
            <a:r>
              <a:rPr lang="en-GB" sz="1400" dirty="0"/>
              <a:t> </a:t>
            </a:r>
            <a:r>
              <a:rPr lang="en-GB" sz="1400" dirty="0" err="1"/>
              <a:t>tempor</a:t>
            </a:r>
            <a:r>
              <a:rPr lang="en-GB" sz="1400" dirty="0"/>
              <a:t> </a:t>
            </a:r>
            <a:r>
              <a:rPr lang="en-GB" sz="1400" dirty="0" err="1"/>
              <a:t>incididunt</a:t>
            </a:r>
            <a:r>
              <a:rPr lang="en-GB" sz="1400" dirty="0"/>
              <a:t> </a:t>
            </a:r>
            <a:r>
              <a:rPr lang="en-GB" sz="1400" dirty="0" err="1"/>
              <a:t>ut</a:t>
            </a:r>
            <a:r>
              <a:rPr lang="en-GB" sz="1400" dirty="0"/>
              <a:t> labore et dolore magna</a:t>
            </a:r>
            <a:br>
              <a:rPr lang="en-GB" sz="1400" dirty="0"/>
            </a:br>
            <a:r>
              <a:rPr lang="en-GB" sz="1400" dirty="0" err="1"/>
              <a:t>aliqua</a:t>
            </a:r>
            <a:r>
              <a:rPr lang="en-GB" sz="1400" dirty="0"/>
              <a:t>. Ut </a:t>
            </a:r>
            <a:r>
              <a:rPr lang="en-GB" sz="1400" dirty="0" err="1"/>
              <a:t>enim</a:t>
            </a:r>
            <a:r>
              <a:rPr lang="en-GB" sz="1400" dirty="0"/>
              <a:t> ad minim </a:t>
            </a:r>
            <a:r>
              <a:rPr lang="en-GB" sz="1400" dirty="0" err="1"/>
              <a:t>veniam</a:t>
            </a:r>
            <a:r>
              <a:rPr lang="en-GB" sz="1400" dirty="0"/>
              <a:t>, </a:t>
            </a:r>
            <a:r>
              <a:rPr lang="en-GB" sz="1400" dirty="0" err="1"/>
              <a:t>quis</a:t>
            </a:r>
            <a:r>
              <a:rPr lang="en-GB" sz="1400" dirty="0"/>
              <a:t> </a:t>
            </a:r>
            <a:r>
              <a:rPr lang="en-GB" sz="1400" dirty="0" err="1"/>
              <a:t>nostrud</a:t>
            </a:r>
            <a:r>
              <a:rPr lang="en-GB" sz="1400" dirty="0"/>
              <a:t> exercitation</a:t>
            </a:r>
            <a:br>
              <a:rPr lang="en-GB" sz="1400" dirty="0"/>
            </a:br>
            <a:r>
              <a:rPr lang="en-GB" sz="1400" dirty="0" err="1"/>
              <a:t>ullamco</a:t>
            </a:r>
            <a:r>
              <a:rPr lang="en-GB" sz="1400" dirty="0"/>
              <a:t> </a:t>
            </a:r>
            <a:r>
              <a:rPr lang="en-GB" sz="1400" dirty="0" err="1"/>
              <a:t>laboris</a:t>
            </a:r>
            <a:r>
              <a:rPr lang="en-GB" sz="1400" dirty="0"/>
              <a:t> nisi </a:t>
            </a:r>
            <a:r>
              <a:rPr lang="en-GB" sz="1400" dirty="0" err="1"/>
              <a:t>ut</a:t>
            </a:r>
            <a:r>
              <a:rPr lang="en-GB" sz="1400" dirty="0"/>
              <a:t> </a:t>
            </a:r>
            <a:r>
              <a:rPr lang="en-GB" sz="1400" dirty="0" err="1"/>
              <a:t>aliquip</a:t>
            </a:r>
            <a:r>
              <a:rPr lang="en-GB" sz="1400" dirty="0"/>
              <a:t> ex </a:t>
            </a:r>
            <a:r>
              <a:rPr lang="en-GB" sz="1400" dirty="0" err="1"/>
              <a:t>ea</a:t>
            </a:r>
            <a:r>
              <a:rPr lang="en-GB" sz="1400" dirty="0"/>
              <a:t> </a:t>
            </a:r>
            <a:r>
              <a:rPr lang="en-GB" sz="1400" dirty="0" err="1"/>
              <a:t>commodo</a:t>
            </a:r>
            <a:r>
              <a:rPr lang="en-GB" sz="1400" dirty="0"/>
              <a:t> </a:t>
            </a:r>
            <a:r>
              <a:rPr lang="en-GB" sz="1400" dirty="0" err="1"/>
              <a:t>consequat</a:t>
            </a:r>
            <a:r>
              <a:rPr lang="en-GB" sz="1400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A462AA-101D-44A6-8F26-D3B0A32E23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Insert heading text here</a:t>
            </a:r>
          </a:p>
          <a:p>
            <a:pPr lvl="1"/>
            <a:r>
              <a:rPr lang="en-GB" sz="1400" dirty="0" err="1"/>
              <a:t>Sed</a:t>
            </a:r>
            <a:r>
              <a:rPr lang="en-GB" sz="1400" dirty="0"/>
              <a:t> do </a:t>
            </a:r>
            <a:r>
              <a:rPr lang="en-GB" sz="1400" dirty="0" err="1"/>
              <a:t>eiusmod</a:t>
            </a:r>
            <a:r>
              <a:rPr lang="en-GB" sz="1400" dirty="0"/>
              <a:t> </a:t>
            </a:r>
            <a:r>
              <a:rPr lang="en-GB" sz="1400" dirty="0" err="1"/>
              <a:t>tempor</a:t>
            </a:r>
            <a:r>
              <a:rPr lang="en-GB" sz="1400" dirty="0"/>
              <a:t> </a:t>
            </a:r>
            <a:r>
              <a:rPr lang="en-GB" sz="1400" dirty="0" err="1"/>
              <a:t>incididunt</a:t>
            </a:r>
            <a:r>
              <a:rPr lang="en-GB" sz="1400" dirty="0"/>
              <a:t> </a:t>
            </a:r>
            <a:r>
              <a:rPr lang="en-GB" sz="1400" dirty="0" err="1"/>
              <a:t>ut</a:t>
            </a:r>
            <a:r>
              <a:rPr lang="en-GB" sz="1400" dirty="0"/>
              <a:t> labore et dolore magna</a:t>
            </a:r>
            <a:br>
              <a:rPr lang="en-GB" sz="1400" dirty="0"/>
            </a:br>
            <a:r>
              <a:rPr lang="en-GB" sz="1400" dirty="0" err="1"/>
              <a:t>aliqua</a:t>
            </a:r>
            <a:r>
              <a:rPr lang="en-GB" sz="1400" dirty="0"/>
              <a:t>. Ut </a:t>
            </a:r>
            <a:r>
              <a:rPr lang="en-GB" sz="1400" dirty="0" err="1"/>
              <a:t>enim</a:t>
            </a:r>
            <a:r>
              <a:rPr lang="en-GB" sz="1400" dirty="0"/>
              <a:t> ad minim </a:t>
            </a:r>
            <a:r>
              <a:rPr lang="en-GB" sz="1400" dirty="0" err="1"/>
              <a:t>veniam</a:t>
            </a:r>
            <a:r>
              <a:rPr lang="en-GB" sz="1400" dirty="0"/>
              <a:t>, </a:t>
            </a:r>
            <a:r>
              <a:rPr lang="en-GB" sz="1400" dirty="0" err="1"/>
              <a:t>quis</a:t>
            </a:r>
            <a:r>
              <a:rPr lang="en-GB" sz="1400" dirty="0"/>
              <a:t> </a:t>
            </a:r>
            <a:r>
              <a:rPr lang="en-GB" sz="1400" dirty="0" err="1"/>
              <a:t>nostrud</a:t>
            </a:r>
            <a:r>
              <a:rPr lang="en-GB" sz="1400" dirty="0"/>
              <a:t> exercitation</a:t>
            </a:r>
            <a:br>
              <a:rPr lang="en-GB" sz="1400" dirty="0"/>
            </a:br>
            <a:r>
              <a:rPr lang="en-GB" sz="1400" dirty="0" err="1"/>
              <a:t>ullamco</a:t>
            </a:r>
            <a:r>
              <a:rPr lang="en-GB" sz="1400" dirty="0"/>
              <a:t> </a:t>
            </a:r>
            <a:r>
              <a:rPr lang="en-GB" sz="1400" dirty="0" err="1"/>
              <a:t>laboris</a:t>
            </a:r>
            <a:r>
              <a:rPr lang="en-GB" sz="1400" dirty="0"/>
              <a:t> nisi </a:t>
            </a:r>
            <a:r>
              <a:rPr lang="en-GB" sz="1400" dirty="0" err="1"/>
              <a:t>ut</a:t>
            </a:r>
            <a:r>
              <a:rPr lang="en-GB" sz="1400" dirty="0"/>
              <a:t> </a:t>
            </a:r>
            <a:r>
              <a:rPr lang="en-GB" sz="1400" dirty="0" err="1"/>
              <a:t>aliquip</a:t>
            </a:r>
            <a:r>
              <a:rPr lang="en-GB" sz="1400" dirty="0"/>
              <a:t> ex </a:t>
            </a:r>
            <a:r>
              <a:rPr lang="en-GB" sz="1400" dirty="0" err="1"/>
              <a:t>ea</a:t>
            </a:r>
            <a:r>
              <a:rPr lang="en-GB" sz="1400" dirty="0"/>
              <a:t> </a:t>
            </a:r>
            <a:r>
              <a:rPr lang="en-GB" sz="1400" dirty="0" err="1"/>
              <a:t>commodo</a:t>
            </a:r>
            <a:r>
              <a:rPr lang="en-GB" sz="1400" dirty="0"/>
              <a:t> </a:t>
            </a:r>
            <a:r>
              <a:rPr lang="en-GB" sz="1400" dirty="0" err="1"/>
              <a:t>consequat</a:t>
            </a:r>
            <a:r>
              <a:rPr lang="en-GB" sz="1400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70FF9-D6FD-4488-A512-9535A9EF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43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A63E62-1527-4102-9463-81770DA7F11C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GB" dirty="0"/>
              <a:t>Insert heading text here</a:t>
            </a:r>
          </a:p>
          <a:p>
            <a:pPr lvl="1"/>
            <a:r>
              <a:rPr lang="en-GB" sz="1400" dirty="0" err="1"/>
              <a:t>Sed</a:t>
            </a:r>
            <a:r>
              <a:rPr lang="en-GB" sz="1400" dirty="0"/>
              <a:t> do </a:t>
            </a:r>
            <a:r>
              <a:rPr lang="en-GB" sz="1400" dirty="0" err="1"/>
              <a:t>eiusmod</a:t>
            </a:r>
            <a:r>
              <a:rPr lang="en-GB" sz="1400" dirty="0"/>
              <a:t> </a:t>
            </a:r>
            <a:r>
              <a:rPr lang="en-GB" sz="1400" dirty="0" err="1"/>
              <a:t>tempor</a:t>
            </a:r>
            <a:r>
              <a:rPr lang="en-GB" sz="1400" dirty="0"/>
              <a:t> </a:t>
            </a:r>
            <a:r>
              <a:rPr lang="en-GB" sz="1400" dirty="0" err="1"/>
              <a:t>incididunt</a:t>
            </a:r>
            <a:r>
              <a:rPr lang="en-GB" sz="1400" dirty="0"/>
              <a:t> </a:t>
            </a:r>
            <a:r>
              <a:rPr lang="en-GB" sz="1400" dirty="0" err="1"/>
              <a:t>ut</a:t>
            </a:r>
            <a:r>
              <a:rPr lang="en-GB" sz="1400" dirty="0"/>
              <a:t> labore et dolore magna</a:t>
            </a:r>
            <a:br>
              <a:rPr lang="en-GB" sz="1400" dirty="0"/>
            </a:br>
            <a:r>
              <a:rPr lang="en-GB" sz="1400" dirty="0" err="1"/>
              <a:t>aliqua</a:t>
            </a:r>
            <a:r>
              <a:rPr lang="en-GB" sz="1400" dirty="0"/>
              <a:t>. Ut </a:t>
            </a:r>
            <a:r>
              <a:rPr lang="en-GB" sz="1400" dirty="0" err="1"/>
              <a:t>enim</a:t>
            </a:r>
            <a:r>
              <a:rPr lang="en-GB" sz="1400" dirty="0"/>
              <a:t> ad minim </a:t>
            </a:r>
            <a:r>
              <a:rPr lang="en-GB" sz="1400" dirty="0" err="1"/>
              <a:t>veniam</a:t>
            </a:r>
            <a:r>
              <a:rPr lang="en-GB" sz="1400" dirty="0"/>
              <a:t>, </a:t>
            </a:r>
            <a:r>
              <a:rPr lang="en-GB" sz="1400" dirty="0" err="1"/>
              <a:t>quis</a:t>
            </a:r>
            <a:r>
              <a:rPr lang="en-GB" sz="1400" dirty="0"/>
              <a:t> </a:t>
            </a:r>
            <a:r>
              <a:rPr lang="en-GB" sz="1400" dirty="0" err="1"/>
              <a:t>nostrud</a:t>
            </a:r>
            <a:r>
              <a:rPr lang="en-GB" sz="1400" dirty="0"/>
              <a:t> exercitation</a:t>
            </a:r>
            <a:br>
              <a:rPr lang="en-GB" sz="1400" dirty="0"/>
            </a:br>
            <a:r>
              <a:rPr lang="en-GB" sz="1400" dirty="0" err="1"/>
              <a:t>ullamco</a:t>
            </a:r>
            <a:r>
              <a:rPr lang="en-GB" sz="1400" dirty="0"/>
              <a:t> </a:t>
            </a:r>
            <a:r>
              <a:rPr lang="en-GB" sz="1400" dirty="0" err="1"/>
              <a:t>laboris</a:t>
            </a:r>
            <a:r>
              <a:rPr lang="en-GB" sz="1400" dirty="0"/>
              <a:t> nisi </a:t>
            </a:r>
            <a:r>
              <a:rPr lang="en-GB" sz="1400" dirty="0" err="1"/>
              <a:t>ut</a:t>
            </a:r>
            <a:r>
              <a:rPr lang="en-GB" sz="1400" dirty="0"/>
              <a:t> </a:t>
            </a:r>
            <a:r>
              <a:rPr lang="en-GB" sz="1400" dirty="0" err="1"/>
              <a:t>aliquip</a:t>
            </a:r>
            <a:r>
              <a:rPr lang="en-GB" sz="1400" dirty="0"/>
              <a:t> ex </a:t>
            </a:r>
            <a:r>
              <a:rPr lang="en-GB" sz="1400" dirty="0" err="1"/>
              <a:t>ea</a:t>
            </a:r>
            <a:r>
              <a:rPr lang="en-GB" sz="1400" dirty="0"/>
              <a:t> </a:t>
            </a:r>
            <a:r>
              <a:rPr lang="en-GB" sz="1400" dirty="0" err="1"/>
              <a:t>commodo</a:t>
            </a:r>
            <a:r>
              <a:rPr lang="en-GB" sz="1400" dirty="0"/>
              <a:t> </a:t>
            </a:r>
            <a:r>
              <a:rPr lang="en-GB" sz="1400" dirty="0" err="1"/>
              <a:t>consequat</a:t>
            </a:r>
            <a:r>
              <a:rPr lang="en-GB" sz="1400" dirty="0"/>
              <a:t>.</a:t>
            </a:r>
          </a:p>
          <a:p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D781B4-675B-403E-811B-4BBE64614D37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GB" dirty="0"/>
              <a:t>Insert heading text here</a:t>
            </a:r>
          </a:p>
          <a:p>
            <a:pPr lvl="1"/>
            <a:r>
              <a:rPr lang="en-GB" sz="1400" dirty="0" err="1"/>
              <a:t>Sed</a:t>
            </a:r>
            <a:r>
              <a:rPr lang="en-GB" sz="1400" dirty="0"/>
              <a:t> do </a:t>
            </a:r>
            <a:r>
              <a:rPr lang="en-GB" sz="1400" dirty="0" err="1"/>
              <a:t>eiusmod</a:t>
            </a:r>
            <a:r>
              <a:rPr lang="en-GB" sz="1400" dirty="0"/>
              <a:t> </a:t>
            </a:r>
            <a:r>
              <a:rPr lang="en-GB" sz="1400" dirty="0" err="1"/>
              <a:t>tempor</a:t>
            </a:r>
            <a:r>
              <a:rPr lang="en-GB" sz="1400" dirty="0"/>
              <a:t> </a:t>
            </a:r>
            <a:r>
              <a:rPr lang="en-GB" sz="1400" dirty="0" err="1"/>
              <a:t>incididunt</a:t>
            </a:r>
            <a:r>
              <a:rPr lang="en-GB" sz="1400" dirty="0"/>
              <a:t> </a:t>
            </a:r>
            <a:r>
              <a:rPr lang="en-GB" sz="1400" dirty="0" err="1"/>
              <a:t>ut</a:t>
            </a:r>
            <a:r>
              <a:rPr lang="en-GB" sz="1400" dirty="0"/>
              <a:t> labore et dolore magna</a:t>
            </a:r>
            <a:br>
              <a:rPr lang="en-GB" sz="1400" dirty="0"/>
            </a:br>
            <a:r>
              <a:rPr lang="en-GB" sz="1400" dirty="0" err="1"/>
              <a:t>aliqua</a:t>
            </a:r>
            <a:r>
              <a:rPr lang="en-GB" sz="1400" dirty="0"/>
              <a:t>. Ut </a:t>
            </a:r>
            <a:r>
              <a:rPr lang="en-GB" sz="1400" dirty="0" err="1"/>
              <a:t>enim</a:t>
            </a:r>
            <a:r>
              <a:rPr lang="en-GB" sz="1400" dirty="0"/>
              <a:t> ad minim </a:t>
            </a:r>
            <a:r>
              <a:rPr lang="en-GB" sz="1400" dirty="0" err="1"/>
              <a:t>veniam</a:t>
            </a:r>
            <a:r>
              <a:rPr lang="en-GB" sz="1400" dirty="0"/>
              <a:t>, </a:t>
            </a:r>
            <a:r>
              <a:rPr lang="en-GB" sz="1400" dirty="0" err="1"/>
              <a:t>quis</a:t>
            </a:r>
            <a:r>
              <a:rPr lang="en-GB" sz="1400" dirty="0"/>
              <a:t> </a:t>
            </a:r>
            <a:r>
              <a:rPr lang="en-GB" sz="1400" dirty="0" err="1"/>
              <a:t>nostrud</a:t>
            </a:r>
            <a:r>
              <a:rPr lang="en-GB" sz="1400" dirty="0"/>
              <a:t> exercitation</a:t>
            </a:r>
            <a:br>
              <a:rPr lang="en-GB" sz="1400" dirty="0"/>
            </a:br>
            <a:r>
              <a:rPr lang="en-GB" sz="1400" dirty="0" err="1"/>
              <a:t>ullamco</a:t>
            </a:r>
            <a:r>
              <a:rPr lang="en-GB" sz="1400" dirty="0"/>
              <a:t> </a:t>
            </a:r>
            <a:r>
              <a:rPr lang="en-GB" sz="1400" dirty="0" err="1"/>
              <a:t>laboris</a:t>
            </a:r>
            <a:r>
              <a:rPr lang="en-GB" sz="1400" dirty="0"/>
              <a:t> nisi </a:t>
            </a:r>
            <a:r>
              <a:rPr lang="en-GB" sz="1400" dirty="0" err="1"/>
              <a:t>ut</a:t>
            </a:r>
            <a:r>
              <a:rPr lang="en-GB" sz="1400" dirty="0"/>
              <a:t> </a:t>
            </a:r>
            <a:r>
              <a:rPr lang="en-GB" sz="1400" dirty="0" err="1"/>
              <a:t>aliquip</a:t>
            </a:r>
            <a:r>
              <a:rPr lang="en-GB" sz="1400" dirty="0"/>
              <a:t> ex </a:t>
            </a:r>
            <a:r>
              <a:rPr lang="en-GB" sz="1400" dirty="0" err="1"/>
              <a:t>ea</a:t>
            </a:r>
            <a:r>
              <a:rPr lang="en-GB" sz="1400" dirty="0"/>
              <a:t> </a:t>
            </a:r>
            <a:r>
              <a:rPr lang="en-GB" sz="1400" dirty="0" err="1"/>
              <a:t>commodo</a:t>
            </a:r>
            <a:r>
              <a:rPr lang="en-GB" sz="1400" dirty="0"/>
              <a:t> </a:t>
            </a:r>
            <a:r>
              <a:rPr lang="en-GB" sz="1400" dirty="0" err="1"/>
              <a:t>consequat</a:t>
            </a:r>
            <a:r>
              <a:rPr lang="en-GB" sz="1400" dirty="0"/>
              <a:t>.</a:t>
            </a:r>
          </a:p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E4F6A5-D153-43C0-8E00-5CDF3D229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Insert title slide here –  can span over two line.</a:t>
            </a:r>
          </a:p>
          <a:p>
            <a:pPr lvl="1"/>
            <a:r>
              <a:rPr lang="en-US" dirty="0"/>
              <a:t>Subtitle – Use the increase/decrease List Level buttons on the Home Tab, to move between text levels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FDB79-9264-4929-451C-1979676500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DB7927-C703-E6C7-2585-17D17213055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7DDDC8-4CBB-BEA1-4417-45166EE7D5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D816C8-74BF-DB7D-0F6E-1A0273CBBB6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EA45AB-2C5C-76F3-D4D5-528280A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4464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92C1D0-9213-4AF0-A841-FF28A0A64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34974" y="1709401"/>
            <a:ext cx="5292000" cy="4646949"/>
          </a:xfrm>
        </p:spPr>
        <p:txBody>
          <a:bodyPr/>
          <a:lstStyle/>
          <a:p>
            <a:r>
              <a:rPr lang="en-GB" dirty="0"/>
              <a:t>Body copy level 1 – Header text Danone Font</a:t>
            </a:r>
            <a:br>
              <a:rPr lang="en-GB" dirty="0"/>
            </a:br>
            <a:r>
              <a:rPr lang="en-GB" dirty="0"/>
              <a:t>condensed 20pt. </a:t>
            </a:r>
          </a:p>
          <a:p>
            <a:pPr lvl="1"/>
            <a:r>
              <a:rPr lang="en-GB" dirty="0"/>
              <a:t>Body copy level 2 – Danone One Light 18pt </a:t>
            </a:r>
          </a:p>
          <a:p>
            <a:pPr lvl="2"/>
            <a:r>
              <a:rPr lang="en-GB" dirty="0"/>
              <a:t>Body copy level 3 – Danone One 16pt</a:t>
            </a:r>
          </a:p>
          <a:p>
            <a:pPr lvl="3"/>
            <a:r>
              <a:rPr lang="en-GB" dirty="0"/>
              <a:t>Body copy level 4 bullet – Danone One Light 16pt</a:t>
            </a:r>
          </a:p>
          <a:p>
            <a:pPr lvl="4"/>
            <a:r>
              <a:rPr lang="en-GB" dirty="0"/>
              <a:t>Body copy level 5 bullet – Danone One Light 16pt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FECA39-F874-6F30-4F80-C23DBF21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924439" y="3177869"/>
            <a:ext cx="591123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6D97F-6FE9-4717-B48A-EA8A69EB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44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9657B6-6C67-4194-B2DC-FB339B922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34972" y="413912"/>
            <a:ext cx="5292001" cy="1286301"/>
          </a:xfrm>
        </p:spPr>
        <p:txBody>
          <a:bodyPr/>
          <a:lstStyle/>
          <a:p>
            <a:r>
              <a:rPr lang="en-US" dirty="0"/>
              <a:t>Insert title slide here –  can span over two line.</a:t>
            </a:r>
            <a:br>
              <a:rPr lang="en-US" dirty="0"/>
            </a:br>
            <a:endParaRPr lang="en-US" dirty="0"/>
          </a:p>
          <a:p>
            <a:endParaRPr lang="en-GB" dirty="0"/>
          </a:p>
        </p:txBody>
      </p:sp>
      <p:pic>
        <p:nvPicPr>
          <p:cNvPr id="8" name="Picture Placeholder 13">
            <a:extLst>
              <a:ext uri="{FF2B5EF4-FFF2-40B4-BE49-F238E27FC236}">
                <a16:creationId xmlns:a16="http://schemas.microsoft.com/office/drawing/2014/main" id="{19D64BA3-89F4-44AE-355D-E62011E29552}"/>
              </a:ext>
            </a:extLst>
          </p:cNvPr>
          <p:cNvPicPr>
            <a:picLocks noGrp="1"/>
          </p:cNvPicPr>
          <p:nvPr>
            <p:ph type="pic" sz="quarter" idx="14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20" r="2620"/>
          <a:stretch/>
        </p:blipFill>
        <p:spPr>
          <a:xfrm>
            <a:off x="0" y="0"/>
            <a:ext cx="5576888" cy="5141913"/>
          </a:xfrm>
        </p:spPr>
      </p:pic>
    </p:spTree>
    <p:extLst>
      <p:ext uri="{BB962C8B-B14F-4D97-AF65-F5344CB8AC3E}">
        <p14:creationId xmlns:p14="http://schemas.microsoft.com/office/powerpoint/2010/main" val="32430267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BBAF86-2ABC-7A11-9A53-9F251A68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8924439" y="3177869"/>
            <a:ext cx="591123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70FF9-D6FD-4488-A512-9535A9EF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45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9573-A140-4D5E-87D6-014D6EFD0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700215"/>
            <a:ext cx="6734859" cy="4645023"/>
          </a:xfrm>
        </p:spPr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pPr lvl="1"/>
            <a:r>
              <a:rPr lang="en-GB" dirty="0"/>
              <a:t>Body copy level 2 – Danone One Light 18pt </a:t>
            </a:r>
          </a:p>
          <a:p>
            <a:pPr lvl="2"/>
            <a:r>
              <a:rPr lang="en-GB" dirty="0"/>
              <a:t>Body copy level 3 – Danone One 16pt</a:t>
            </a:r>
          </a:p>
          <a:p>
            <a:pPr lvl="3"/>
            <a:r>
              <a:rPr lang="en-GB" dirty="0"/>
              <a:t>Body copy level 4 bullet – Danone One Light 16pt</a:t>
            </a:r>
          </a:p>
          <a:p>
            <a:pPr lvl="4"/>
            <a:r>
              <a:rPr lang="en-GB" dirty="0"/>
              <a:t>Body copy level 5 bullet – Danone One Light 16pt</a:t>
            </a:r>
          </a:p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E4F6A5-D153-43C0-8E00-5CDF3D229E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7374" y="413912"/>
            <a:ext cx="6734859" cy="1286301"/>
          </a:xfrm>
        </p:spPr>
        <p:txBody>
          <a:bodyPr/>
          <a:lstStyle/>
          <a:p>
            <a:r>
              <a:rPr lang="en-US" dirty="0"/>
              <a:t>Insert title slide here –  can span</a:t>
            </a:r>
            <a:br>
              <a:rPr lang="en-US" dirty="0"/>
            </a:br>
            <a:r>
              <a:rPr lang="en-US" dirty="0"/>
              <a:t>over two line. </a:t>
            </a:r>
          </a:p>
        </p:txBody>
      </p:sp>
      <p:pic>
        <p:nvPicPr>
          <p:cNvPr id="8" name="Picture Placeholder 8">
            <a:extLst>
              <a:ext uri="{FF2B5EF4-FFF2-40B4-BE49-F238E27FC236}">
                <a16:creationId xmlns:a16="http://schemas.microsoft.com/office/drawing/2014/main" id="{640A87BE-DC3A-4975-3A5D-74105C5A7CCC}"/>
              </a:ext>
            </a:extLst>
          </p:cNvPr>
          <p:cNvPicPr>
            <a:picLocks noGrp="1"/>
          </p:cNvPicPr>
          <p:nvPr>
            <p:ph type="pic" sz="quarter" idx="15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" b="20"/>
          <a:stretch/>
        </p:blipFill>
        <p:spPr>
          <a:xfrm>
            <a:off x="7540625" y="0"/>
            <a:ext cx="4030663" cy="6858000"/>
          </a:xfrm>
        </p:spPr>
      </p:pic>
    </p:spTree>
    <p:extLst>
      <p:ext uri="{BB962C8B-B14F-4D97-AF65-F5344CB8AC3E}">
        <p14:creationId xmlns:p14="http://schemas.microsoft.com/office/powerpoint/2010/main" val="115332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33584-F5EA-4313-BE3C-1E1B827F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46</a:t>
            </a:fld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F2B4BF-D5BA-4A1F-64E8-0F8C44E5AF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pPr lvl="1"/>
            <a:r>
              <a:rPr lang="en-GB" dirty="0"/>
              <a:t>Body copy level 2 – Danone One Light 18pt </a:t>
            </a:r>
          </a:p>
          <a:p>
            <a:pPr lvl="2"/>
            <a:r>
              <a:rPr lang="en-GB" dirty="0"/>
              <a:t>Body copy level 3 – Danone One 16pt</a:t>
            </a:r>
          </a:p>
          <a:p>
            <a:pPr lvl="3"/>
            <a:r>
              <a:rPr lang="en-GB" dirty="0"/>
              <a:t>Body copy level 4 bullet – Danone One Light 16pt</a:t>
            </a:r>
          </a:p>
          <a:p>
            <a:pPr lvl="4"/>
            <a:r>
              <a:rPr lang="en-GB" dirty="0"/>
              <a:t>Body copy level 5 bullet – Danone One Light 16pt</a:t>
            </a:r>
          </a:p>
          <a:p>
            <a:endParaRPr lang="en-GB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D68DE8E-159E-DA11-9023-C28E67B4B8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Insert title slide here – </a:t>
            </a:r>
            <a:br>
              <a:rPr lang="en-US" dirty="0"/>
            </a:br>
            <a:r>
              <a:rPr lang="en-US" dirty="0"/>
              <a:t>can span over two line.</a:t>
            </a:r>
          </a:p>
          <a:p>
            <a:pPr lvl="1"/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F7F00D-9844-E4BD-4F07-AB8F325E0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Placeholder 7" descr="A doctor holding an old person's hands&#10;&#10;Description automatically generated">
            <a:extLst>
              <a:ext uri="{FF2B5EF4-FFF2-40B4-BE49-F238E27FC236}">
                <a16:creationId xmlns:a16="http://schemas.microsoft.com/office/drawing/2014/main" id="{C74208DA-2A72-C014-87E8-1C652A563B62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" r="9"/>
          <a:stretch/>
        </p:blipFill>
        <p:spPr>
          <a:xfrm>
            <a:off x="5783263" y="0"/>
            <a:ext cx="5788025" cy="6858000"/>
          </a:xfrm>
        </p:spPr>
      </p:pic>
    </p:spTree>
    <p:extLst>
      <p:ext uri="{BB962C8B-B14F-4D97-AF65-F5344CB8AC3E}">
        <p14:creationId xmlns:p14="http://schemas.microsoft.com/office/powerpoint/2010/main" val="27074073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9573-A140-4D5E-87D6-014D6EFD0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375" y="1700212"/>
            <a:ext cx="3456000" cy="4615839"/>
          </a:xfrm>
        </p:spPr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pPr lvl="1"/>
            <a:r>
              <a:rPr lang="en-GB" dirty="0"/>
              <a:t>Body copy level 2 – Danone One Light 16pt </a:t>
            </a:r>
          </a:p>
          <a:p>
            <a:pPr lvl="2"/>
            <a:r>
              <a:rPr lang="en-GB" dirty="0"/>
              <a:t>Body copy level 3 – Danone One 14pt</a:t>
            </a:r>
          </a:p>
          <a:p>
            <a:pPr lvl="3"/>
            <a:r>
              <a:rPr lang="en-GB" dirty="0"/>
              <a:t>Body copy level 4 bullet – Danone One Light 14pt</a:t>
            </a:r>
          </a:p>
          <a:p>
            <a:pPr lvl="4"/>
            <a:r>
              <a:rPr lang="en-GB" dirty="0"/>
              <a:t>Body copy level 5 bullet – Danone One Light 14pt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46A62-CCE9-4851-A240-03C20778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9175" y="1700212"/>
            <a:ext cx="3456000" cy="4615839"/>
          </a:xfrm>
        </p:spPr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pPr lvl="1"/>
            <a:r>
              <a:rPr lang="en-GB" dirty="0"/>
              <a:t>Body copy level 2 – Danone One Light 16pt </a:t>
            </a:r>
          </a:p>
          <a:p>
            <a:pPr lvl="2"/>
            <a:r>
              <a:rPr lang="en-GB" dirty="0"/>
              <a:t>Body copy level 3 – Danone One 14pt</a:t>
            </a:r>
          </a:p>
          <a:p>
            <a:pPr lvl="3"/>
            <a:r>
              <a:rPr lang="en-GB" dirty="0"/>
              <a:t>Body copy level 4 bullet – Danone One Light 14pt</a:t>
            </a:r>
          </a:p>
          <a:p>
            <a:pPr lvl="4"/>
            <a:r>
              <a:rPr lang="en-GB" dirty="0"/>
              <a:t>Body copy level 5 bullet – Danone One Light 14pt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70FF9-D6FD-4488-A512-9535A9EF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47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A96F48-9C0C-42D3-AFE8-624FD5D7C29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0974" y="1700212"/>
            <a:ext cx="3456000" cy="4615839"/>
          </a:xfrm>
        </p:spPr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pPr lvl="1"/>
            <a:r>
              <a:rPr lang="en-GB" dirty="0"/>
              <a:t>Body copy level 2 – Danone One Light 16pt </a:t>
            </a:r>
          </a:p>
          <a:p>
            <a:pPr lvl="2"/>
            <a:r>
              <a:rPr lang="en-GB" dirty="0"/>
              <a:t>Body copy level 3 – Danone One 14pt</a:t>
            </a:r>
          </a:p>
          <a:p>
            <a:pPr lvl="3"/>
            <a:r>
              <a:rPr lang="en-GB" dirty="0"/>
              <a:t>Body copy level 4 bullet – Danone One Light 14pt</a:t>
            </a:r>
          </a:p>
          <a:p>
            <a:pPr lvl="4"/>
            <a:r>
              <a:rPr lang="en-GB" dirty="0"/>
              <a:t>Body copy level 5 bullet – Danone One Light 14pt</a:t>
            </a:r>
          </a:p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E4F6A5-D153-43C0-8E00-5CDF3D229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/>
          <a:lstStyle/>
          <a:p>
            <a:r>
              <a:rPr lang="en-US" dirty="0"/>
              <a:t>Insert title slide here –  can span over two line.</a:t>
            </a:r>
          </a:p>
          <a:p>
            <a:pPr lvl="1"/>
            <a:r>
              <a:rPr lang="en-US" dirty="0"/>
              <a:t>Subtitle – Use the increase/decrease List Level buttons on the Home Tab, to move between text levels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7D70C20-F706-58C7-4119-E961CBEFDE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961D70C-0EF7-879B-E8C3-1BC4C3F1F4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7754B65-6A6A-6063-0D87-B6303E4398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DE5386-CC2E-35F1-C6A7-46D06077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01916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70FF9-D6FD-4488-A512-9535A9EF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48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9573-A140-4D5E-87D6-014D6EFD05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699200"/>
            <a:ext cx="3455988" cy="918444"/>
          </a:xfrm>
        </p:spPr>
        <p:txBody>
          <a:bodyPr/>
          <a:lstStyle/>
          <a:p>
            <a:r>
              <a:rPr lang="en-GB" dirty="0"/>
              <a:t>Body copy level 1 – Header text Danone One Condensed 20pt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46A62-CCE9-4851-A240-03C207784D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79175" y="1699200"/>
            <a:ext cx="3455988" cy="918444"/>
          </a:xfrm>
        </p:spPr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A96F48-9C0C-42D3-AFE8-624FD5D7C29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70974" y="1699200"/>
            <a:ext cx="3455988" cy="918444"/>
          </a:xfrm>
        </p:spPr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29182B-69BA-4933-B32B-F1E37D5F6F1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7375" y="4956005"/>
            <a:ext cx="3455988" cy="1400345"/>
          </a:xfrm>
        </p:spPr>
        <p:txBody>
          <a:bodyPr/>
          <a:lstStyle/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</a:t>
            </a:r>
            <a:r>
              <a:rPr lang="en-GB" dirty="0" err="1"/>
              <a:t>dolor</a:t>
            </a:r>
            <a:r>
              <a:rPr lang="en-GB" dirty="0"/>
              <a:t>.</a:t>
            </a:r>
          </a:p>
          <a:p>
            <a:pPr lvl="3"/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3D99BFD-5208-496A-A141-EEE72AB21CF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79162" y="4956005"/>
            <a:ext cx="3455988" cy="1400345"/>
          </a:xfrm>
        </p:spPr>
        <p:txBody>
          <a:bodyPr/>
          <a:lstStyle/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</a:t>
            </a:r>
            <a:r>
              <a:rPr lang="en-GB" dirty="0" err="1"/>
              <a:t>dolor</a:t>
            </a:r>
            <a:r>
              <a:rPr lang="en-GB" dirty="0"/>
              <a:t>.</a:t>
            </a:r>
          </a:p>
          <a:p>
            <a:pPr lvl="3"/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</a:t>
            </a:r>
          </a:p>
          <a:p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FC936B3-88C9-47A5-86A4-1BAE684C0D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970974" y="4956005"/>
            <a:ext cx="3455988" cy="1400345"/>
          </a:xfrm>
        </p:spPr>
        <p:txBody>
          <a:bodyPr/>
          <a:lstStyle/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do </a:t>
            </a:r>
            <a:r>
              <a:rPr lang="en-GB" dirty="0" err="1"/>
              <a:t>eiusmod</a:t>
            </a:r>
            <a:r>
              <a:rPr lang="en-GB" dirty="0"/>
              <a:t> </a:t>
            </a:r>
            <a:r>
              <a:rPr lang="en-GB" dirty="0" err="1"/>
              <a:t>tempor</a:t>
            </a:r>
            <a:r>
              <a:rPr lang="en-GB" dirty="0"/>
              <a:t> </a:t>
            </a:r>
            <a:r>
              <a:rPr lang="en-GB" dirty="0" err="1"/>
              <a:t>incididunt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labore et </a:t>
            </a:r>
            <a:r>
              <a:rPr lang="en-GB" dirty="0" err="1"/>
              <a:t>dolor</a:t>
            </a:r>
            <a:r>
              <a:rPr lang="en-GB" dirty="0"/>
              <a:t>.</a:t>
            </a:r>
          </a:p>
          <a:p>
            <a:pPr lvl="3"/>
            <a:r>
              <a:rPr lang="en-GB" dirty="0" err="1"/>
              <a:t>Aliqua</a:t>
            </a:r>
            <a:r>
              <a:rPr lang="en-GB" dirty="0"/>
              <a:t>. Ut </a:t>
            </a:r>
            <a:r>
              <a:rPr lang="en-GB" dirty="0" err="1"/>
              <a:t>enim</a:t>
            </a:r>
            <a:r>
              <a:rPr lang="en-GB" dirty="0"/>
              <a:t> ad minim </a:t>
            </a:r>
            <a:r>
              <a:rPr lang="en-GB" dirty="0" err="1"/>
              <a:t>veniam</a:t>
            </a:r>
            <a:r>
              <a:rPr lang="en-GB" dirty="0"/>
              <a:t>, </a:t>
            </a:r>
            <a:r>
              <a:rPr lang="en-GB" dirty="0" err="1"/>
              <a:t>quis</a:t>
            </a:r>
            <a:r>
              <a:rPr lang="en-GB" dirty="0"/>
              <a:t> </a:t>
            </a:r>
            <a:r>
              <a:rPr lang="en-GB" dirty="0" err="1"/>
              <a:t>nostrud</a:t>
            </a:r>
            <a:r>
              <a:rPr lang="en-GB" dirty="0"/>
              <a:t> exercitation </a:t>
            </a:r>
            <a:r>
              <a:rPr lang="en-GB" dirty="0" err="1"/>
              <a:t>ullamco</a:t>
            </a:r>
            <a:r>
              <a:rPr lang="en-GB" dirty="0"/>
              <a:t> </a:t>
            </a:r>
            <a:r>
              <a:rPr lang="en-GB" dirty="0" err="1"/>
              <a:t>laboris</a:t>
            </a:r>
            <a:r>
              <a:rPr lang="en-GB" dirty="0"/>
              <a:t> nisi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E4F6A5-D153-43C0-8E00-5CDF3D229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374" y="413912"/>
            <a:ext cx="10839600" cy="1286301"/>
          </a:xfrm>
        </p:spPr>
        <p:txBody>
          <a:bodyPr/>
          <a:lstStyle/>
          <a:p>
            <a:r>
              <a:rPr lang="en-US" dirty="0"/>
              <a:t>Insert title slide here –  can span over two line.</a:t>
            </a:r>
          </a:p>
          <a:p>
            <a:pPr lvl="1"/>
            <a:r>
              <a:rPr lang="en-US" dirty="0"/>
              <a:t>Subtitle – Use the increase/decrease List Level buttons on the Home Tab, to move between text levels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AF83D6-C8B0-B892-89DB-AEF9984D8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8" name="Picture Placeholder 42">
            <a:extLst>
              <a:ext uri="{FF2B5EF4-FFF2-40B4-BE49-F238E27FC236}">
                <a16:creationId xmlns:a16="http://schemas.microsoft.com/office/drawing/2014/main" id="{B27795CE-FDE8-BCC3-397A-7598E1C1A4F9}"/>
              </a:ext>
            </a:extLst>
          </p:cNvPr>
          <p:cNvPicPr>
            <a:picLocks noGrp="1"/>
          </p:cNvPicPr>
          <p:nvPr>
            <p:ph type="pic" sz="quarter" idx="27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"/>
          <a:stretch/>
        </p:blipFill>
        <p:spPr>
          <a:xfrm>
            <a:off x="587375" y="2790825"/>
            <a:ext cx="3455988" cy="1982788"/>
          </a:xfrm>
        </p:spPr>
      </p:pic>
      <p:pic>
        <p:nvPicPr>
          <p:cNvPr id="19" name="Picture Placeholder 14" descr="A mountain range with snow on top&#10;&#10;Description automatically generated">
            <a:extLst>
              <a:ext uri="{FF2B5EF4-FFF2-40B4-BE49-F238E27FC236}">
                <a16:creationId xmlns:a16="http://schemas.microsoft.com/office/drawing/2014/main" id="{7E89E8D1-5604-9AD7-836E-A5BCEE38A882}"/>
              </a:ext>
            </a:extLst>
          </p:cNvPr>
          <p:cNvPicPr>
            <a:picLocks noGrp="1"/>
          </p:cNvPicPr>
          <p:nvPr>
            <p:ph type="pic" sz="quarter" idx="28"/>
          </p:nvPr>
        </p:nvPicPr>
        <p:blipFill>
          <a:blip r:embed="rId3"/>
          <a:srcRect t="4102" b="4102"/>
          <a:stretch>
            <a:fillRect/>
          </a:stretch>
        </p:blipFill>
        <p:spPr>
          <a:xfrm>
            <a:off x="4279900" y="2790825"/>
            <a:ext cx="3455988" cy="1982788"/>
          </a:xfrm>
        </p:spPr>
      </p:pic>
      <p:pic>
        <p:nvPicPr>
          <p:cNvPr id="20" name="Picture Placeholder 23">
            <a:extLst>
              <a:ext uri="{FF2B5EF4-FFF2-40B4-BE49-F238E27FC236}">
                <a16:creationId xmlns:a16="http://schemas.microsoft.com/office/drawing/2014/main" id="{1060BAFD-F9A5-E858-A60E-27E9447A2D66}"/>
              </a:ext>
            </a:extLst>
          </p:cNvPr>
          <p:cNvPicPr>
            <a:picLocks noGrp="1"/>
          </p:cNvPicPr>
          <p:nvPr>
            <p:ph type="pic" sz="quarter" idx="29"/>
          </p:nvPr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9" b="39"/>
          <a:stretch/>
        </p:blipFill>
        <p:spPr>
          <a:xfrm>
            <a:off x="7970838" y="2790825"/>
            <a:ext cx="3455987" cy="1982788"/>
          </a:xfrm>
        </p:spPr>
      </p:pic>
    </p:spTree>
    <p:extLst>
      <p:ext uri="{BB962C8B-B14F-4D97-AF65-F5344CB8AC3E}">
        <p14:creationId xmlns:p14="http://schemas.microsoft.com/office/powerpoint/2010/main" val="15677639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Placeholder 16" descr="A pile of blueberries&#10;&#10;Description automatically generated">
            <a:extLst>
              <a:ext uri="{FF2B5EF4-FFF2-40B4-BE49-F238E27FC236}">
                <a16:creationId xmlns:a16="http://schemas.microsoft.com/office/drawing/2014/main" id="{F6EB4AE0-B6D8-4979-EDEF-A6653A28C5C3}"/>
              </a:ext>
            </a:extLst>
          </p:cNvPr>
          <p:cNvPicPr>
            <a:picLocks noGrp="1"/>
          </p:cNvPicPr>
          <p:nvPr>
            <p:ph type="pic" sz="quarter" idx="15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" r="51"/>
          <a:stretch/>
        </p:blipFill>
        <p:spPr/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9573-A140-4D5E-87D6-014D6EFD0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Body copy level 1 – Header text Danone One Condensed 20pt</a:t>
            </a:r>
          </a:p>
          <a:p>
            <a:pPr lvl="1"/>
            <a:r>
              <a:rPr lang="en-GB" dirty="0"/>
              <a:t>Body copy level 2 – Danone One Light 18pt </a:t>
            </a:r>
          </a:p>
          <a:p>
            <a:pPr lvl="2"/>
            <a:r>
              <a:rPr lang="en-GB" dirty="0"/>
              <a:t>Body copy level 3 – Danone One 16pt</a:t>
            </a:r>
          </a:p>
          <a:p>
            <a:pPr lvl="3"/>
            <a:r>
              <a:rPr lang="en-GB" dirty="0"/>
              <a:t>Body copy level 4 bullet – Danone One Light 16pt</a:t>
            </a:r>
          </a:p>
          <a:p>
            <a:pPr lvl="4"/>
            <a:r>
              <a:rPr lang="en-GB" dirty="0"/>
              <a:t>Body copy level 5 bullet – Danone One Light 16pt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6A04B6-E74D-7140-F755-3B63F81F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70FF9-D6FD-4488-A512-9535A9EF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49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E4F6A5-D153-43C0-8E00-5CDF3D229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Insert title slide here –  can span over two line.</a:t>
            </a:r>
            <a:br>
              <a:rPr lang="en-US" dirty="0"/>
            </a:b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213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89573-A140-4D5E-87D6-014D6EFD05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Body copy level 1 – Header text Danone Font</a:t>
            </a:r>
            <a:br>
              <a:rPr lang="en-GB" dirty="0"/>
            </a:br>
            <a:r>
              <a:rPr lang="en-GB" dirty="0"/>
              <a:t>condensed 20pt. </a:t>
            </a:r>
          </a:p>
          <a:p>
            <a:pPr lvl="1"/>
            <a:r>
              <a:rPr lang="en-GB" dirty="0"/>
              <a:t>Body copy level 2 – Danone One Light 18pt </a:t>
            </a:r>
          </a:p>
          <a:p>
            <a:pPr lvl="2"/>
            <a:r>
              <a:rPr lang="en-GB" dirty="0"/>
              <a:t>Body copy level 3 – Danone One 16pt</a:t>
            </a:r>
          </a:p>
          <a:p>
            <a:pPr lvl="3"/>
            <a:r>
              <a:rPr lang="en-GB" dirty="0"/>
              <a:t>Body copy level 4 bullet – Danone One Light 16pt</a:t>
            </a:r>
          </a:p>
          <a:p>
            <a:pPr lvl="4"/>
            <a:r>
              <a:rPr lang="en-GB" dirty="0"/>
              <a:t>Body copy level 5 bullet – Danone One Light 16pt</a:t>
            </a:r>
          </a:p>
          <a:p>
            <a:endParaRPr lang="en-GB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E4FA563D-0AB0-4E73-BEFC-803909D1CF6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81882811"/>
              </p:ext>
            </p:extLst>
          </p:nvPr>
        </p:nvGraphicFramePr>
        <p:xfrm>
          <a:off x="6135688" y="1700213"/>
          <a:ext cx="5291137" cy="4752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070FF9-D6FD-4488-A512-9535A9EF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50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BE4F6A5-D153-43C0-8E00-5CDF3D229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Insert title slide here –  can span over two line.</a:t>
            </a:r>
          </a:p>
          <a:p>
            <a:pPr lvl="1"/>
            <a:r>
              <a:rPr lang="en-US" dirty="0"/>
              <a:t>Subtitle – Use the increase/decrease List Level buttons on the Home Tab, to move between text levels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09D8D3-7F96-F319-000A-A3E61BFA1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0766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3B98440-CFF6-482C-B117-FEE4B773762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66675309"/>
              </p:ext>
            </p:extLst>
          </p:nvPr>
        </p:nvGraphicFramePr>
        <p:xfrm>
          <a:off x="763588" y="1890713"/>
          <a:ext cx="4926012" cy="4424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E76ECFF3-65C5-4FFB-A899-875413CE6A9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40641903"/>
              </p:ext>
            </p:extLst>
          </p:nvPr>
        </p:nvGraphicFramePr>
        <p:xfrm>
          <a:off x="6310313" y="1890713"/>
          <a:ext cx="4927599" cy="4349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657">
                  <a:extLst>
                    <a:ext uri="{9D8B030D-6E8A-4147-A177-3AD203B41FA5}">
                      <a16:colId xmlns:a16="http://schemas.microsoft.com/office/drawing/2014/main" val="2918420713"/>
                    </a:ext>
                  </a:extLst>
                </a:gridCol>
                <a:gridCol w="1431471">
                  <a:extLst>
                    <a:ext uri="{9D8B030D-6E8A-4147-A177-3AD203B41FA5}">
                      <a16:colId xmlns:a16="http://schemas.microsoft.com/office/drawing/2014/main" val="4290894421"/>
                    </a:ext>
                  </a:extLst>
                </a:gridCol>
                <a:gridCol w="1431471">
                  <a:extLst>
                    <a:ext uri="{9D8B030D-6E8A-4147-A177-3AD203B41FA5}">
                      <a16:colId xmlns:a16="http://schemas.microsoft.com/office/drawing/2014/main" val="3475725171"/>
                    </a:ext>
                  </a:extLst>
                </a:gridCol>
              </a:tblGrid>
              <a:tr h="543729">
                <a:tc>
                  <a:txBody>
                    <a:bodyPr/>
                    <a:lstStyle/>
                    <a:p>
                      <a:endParaRPr lang="en-GB" cap="all" baseline="0" dirty="0">
                        <a:solidFill>
                          <a:schemeClr val="tx1"/>
                        </a:solidFill>
                        <a:latin typeface="Danone One Condensed" panose="020B050403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Danone One Condensed" panose="020B0504030202020204" pitchFamily="34" charset="0"/>
                          <a:ea typeface="+mn-ea"/>
                          <a:cs typeface="+mn-cs"/>
                        </a:rPr>
                        <a:t>Heading 01</a:t>
                      </a:r>
                      <a:endParaRPr kumimoji="0" lang="en-GB" sz="1600" b="0" i="0" u="none" strike="noStrike" kern="1200" cap="all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Danone One Condensed" panose="020B05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all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Danone One Condensed" panose="020B0504030202020204" pitchFamily="34" charset="0"/>
                          <a:ea typeface="+mn-ea"/>
                          <a:cs typeface="+mn-cs"/>
                        </a:rPr>
                        <a:t>Heading 02</a:t>
                      </a:r>
                      <a:endParaRPr kumimoji="0" lang="en-GB" sz="1600" b="0" i="0" u="none" strike="noStrike" kern="1200" cap="all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Danone One Condensed" panose="020B05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493021"/>
                  </a:ext>
                </a:extLst>
              </a:tr>
              <a:tr h="54372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Danone One Light" panose="020B0304030202020204" pitchFamily="34" charset="0"/>
                        </a:rPr>
                        <a:t>Insert text here</a:t>
                      </a:r>
                      <a:endParaRPr lang="en-GB" sz="1600" dirty="0">
                        <a:latin typeface="Danone One Light" panose="020B0304030202020204" pitchFamily="34" charset="0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270607"/>
                  </a:ext>
                </a:extLst>
              </a:tr>
              <a:tr h="543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Insert text here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716329"/>
                  </a:ext>
                </a:extLst>
              </a:tr>
              <a:tr h="543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Insert text here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6810"/>
                  </a:ext>
                </a:extLst>
              </a:tr>
              <a:tr h="543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Insert text here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475656"/>
                  </a:ext>
                </a:extLst>
              </a:tr>
              <a:tr h="543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Insert text here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808504"/>
                  </a:ext>
                </a:extLst>
              </a:tr>
              <a:tr h="543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Insert text here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276774"/>
                  </a:ext>
                </a:extLst>
              </a:tr>
              <a:tr h="543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Insert text here</a:t>
                      </a: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Danone One Light" panose="020B0304030202020204" pitchFamily="34" charset="0"/>
                          <a:ea typeface="+mn-ea"/>
                          <a:cs typeface="+mn-cs"/>
                        </a:rPr>
                        <a:t>xx</a:t>
                      </a: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Danone One Light" panose="020B030403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52471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6D97F-6FE9-4717-B48A-EA8A69EB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51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9657B6-6C67-4194-B2DC-FB339B922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Insert title slide here –  can span over two line.</a:t>
            </a:r>
            <a:br>
              <a:rPr lang="en-US" dirty="0"/>
            </a:b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596711-85B4-FE40-86E6-BB217084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7938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7AA01-05FC-43C4-909D-F8DBC97B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52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7A8CA2-CD4E-4D77-8F91-9154438244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Insert title slide here –  can span over two line.</a:t>
            </a:r>
            <a:br>
              <a:rPr lang="en-US" dirty="0"/>
            </a:b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1"/>
            <a:r>
              <a:rPr lang="en-US" dirty="0"/>
              <a:t>Subtitle – Use the increase/decrease List Level buttons on the Home Tab, to move between text levels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0A2FEC-3E1A-7525-4AE9-9871E3FD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8024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679C5F-665D-71B4-D362-5067CE22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7492" y="6356350"/>
            <a:ext cx="365127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53</a:t>
            </a:fld>
            <a:endParaRPr lang="en-GB"/>
          </a:p>
        </p:txBody>
      </p:sp>
      <p:pic>
        <p:nvPicPr>
          <p:cNvPr id="7" name="Picture Placeholder 20" descr="A group of people holding a globe&#10;&#10;Description automatically generated">
            <a:extLst>
              <a:ext uri="{FF2B5EF4-FFF2-40B4-BE49-F238E27FC236}">
                <a16:creationId xmlns:a16="http://schemas.microsoft.com/office/drawing/2014/main" id="{77C89E38-23B1-9718-123C-6AB6CA0D3152}"/>
              </a:ext>
            </a:extLst>
          </p:cNvPr>
          <p:cNvPicPr>
            <a:picLocks noGrp="1"/>
          </p:cNvPicPr>
          <p:nvPr>
            <p:ph type="pic" sz="quarter" idx="15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516" b="2658"/>
          <a:stretch/>
        </p:blipFill>
        <p:spPr>
          <a:xfrm>
            <a:off x="0" y="0"/>
            <a:ext cx="12192000" cy="6346825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39A376-92E9-AF3D-4BE9-DAC76A8C58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50008" y="2980944"/>
            <a:ext cx="7491984" cy="3059926"/>
          </a:xfrm>
        </p:spPr>
        <p:txBody>
          <a:bodyPr/>
          <a:lstStyle/>
          <a:p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13949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2921F9-45F7-094A-1509-61CB4FC4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CLOSING SLIDE </a:t>
            </a:r>
            <a:br>
              <a:rPr lang="nl-NL" dirty="0"/>
            </a:br>
            <a:r>
              <a:rPr lang="nl-NL" dirty="0"/>
              <a:t>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0F99B-5385-79AF-5844-7F03FF516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25288" y="6356350"/>
            <a:ext cx="366712" cy="365125"/>
          </a:xfrm>
        </p:spPr>
        <p:txBody>
          <a:bodyPr/>
          <a:lstStyle/>
          <a:p>
            <a:fld id="{B5F9A4F6-7BA3-4126-88A5-A8B8CE7104E5}" type="slidenum">
              <a:rPr lang="en-GB" smtClean="0"/>
              <a:pPr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6047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0F99B-5385-79AF-5844-7F03FF516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9A4F6-7BA3-4126-88A5-A8B8CE7104E5}" type="slidenum">
              <a:rPr lang="en-GB" smtClean="0"/>
              <a:pPr/>
              <a:t>55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2921F9-45F7-094A-1509-61CB4FC4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CLOSING SLIDE </a:t>
            </a:r>
            <a:br>
              <a:rPr lang="nl-NL" dirty="0"/>
            </a:br>
            <a:r>
              <a:rPr lang="nl-NL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009060309"/>
      </p:ext>
    </p:extLst>
  </p:cSld>
  <p:clrMapOvr>
    <a:masterClrMapping/>
  </p:clrMapOvr>
</p:sld>
</file>

<file path=ppt/theme/theme1.xml><?xml version="1.0" encoding="utf-8"?>
<a:theme xmlns:a="http://schemas.openxmlformats.org/drawingml/2006/main" name="Danone Template - Grey">
  <a:themeElements>
    <a:clrScheme name="Danone CoPilot 2024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CoPilot 2024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12474422-E55C-4606-B206-6901157601D7}"/>
    </a:ext>
  </a:extLst>
</a:theme>
</file>

<file path=ppt/theme/theme2.xml><?xml version="1.0" encoding="utf-8"?>
<a:theme xmlns:a="http://schemas.openxmlformats.org/drawingml/2006/main" name="Danone Template - Blue">
  <a:themeElements>
    <a:clrScheme name="DANONE ONE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3DA76D41-6D8A-41D5-9676-5915A129D3BE}"/>
    </a:ext>
  </a:extLst>
</a:theme>
</file>

<file path=ppt/theme/theme3.xml><?xml version="1.0" encoding="utf-8"?>
<a:theme xmlns:a="http://schemas.openxmlformats.org/drawingml/2006/main" name="Danone Template - Aqua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5B8DDC86-679A-4771-9300-DA5C69059025}"/>
    </a:ext>
  </a:extLst>
</a:theme>
</file>

<file path=ppt/theme/theme4.xml><?xml version="1.0" encoding="utf-8"?>
<a:theme xmlns:a="http://schemas.openxmlformats.org/drawingml/2006/main" name="Danone Template - Navy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DF2D412B-B42A-48A0-92DA-D7CBA9A774C4}"/>
    </a:ext>
  </a:extLst>
</a:theme>
</file>

<file path=ppt/theme/theme5.xml><?xml version="1.0" encoding="utf-8"?>
<a:theme xmlns:a="http://schemas.openxmlformats.org/drawingml/2006/main" name="Danone Template - Red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9A9451B3-0B5F-4BB4-AB6A-74B7207B529A}"/>
    </a:ext>
  </a:extLst>
</a:theme>
</file>

<file path=ppt/theme/theme6.xml><?xml version="1.0" encoding="utf-8"?>
<a:theme xmlns:a="http://schemas.openxmlformats.org/drawingml/2006/main" name="Danone Template - Green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0E6F85BF-FF24-48CB-BBA6-F153749F3154}"/>
    </a:ext>
  </a:extLst>
</a:theme>
</file>

<file path=ppt/theme/theme7.xml><?xml version="1.0" encoding="utf-8"?>
<a:theme xmlns:a="http://schemas.openxmlformats.org/drawingml/2006/main" name="Danone Template - Orange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314A02A9-5BCC-4745-9739-7C1B868F7C3E}"/>
    </a:ext>
  </a:extLst>
</a:theme>
</file>

<file path=ppt/theme/theme8.xml><?xml version="1.0" encoding="utf-8"?>
<a:theme xmlns:a="http://schemas.openxmlformats.org/drawingml/2006/main" name="Danone Template - Dark Green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AD597983-129B-4E28-9952-3AB9B020F31B}"/>
    </a:ext>
  </a:extLst>
</a:theme>
</file>

<file path=ppt/theme/theme9.xml><?xml version="1.0" encoding="utf-8"?>
<a:theme xmlns:a="http://schemas.openxmlformats.org/drawingml/2006/main" name="Danone Template - Salmon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59547DB8-88E6-42B3-9094-8AC0452D0A5A}"/>
    </a:ext>
  </a:extLst>
</a:theme>
</file>

<file path=ppt/theme/theme10.xml><?xml version="1.0" encoding="utf-8"?>
<a:theme xmlns:a="http://schemas.openxmlformats.org/drawingml/2006/main" name="Danone Template - Mint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233113DC-DA77-42E1-8FCB-9B115A0F67E6}"/>
    </a:ext>
  </a:extLst>
</a:theme>
</file>

<file path=ppt/theme/theme11.xml><?xml version="1.0" encoding="utf-8"?>
<a:theme xmlns:a="http://schemas.openxmlformats.org/drawingml/2006/main" name="Danone Template - Pink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5C4A9173-506A-4BDE-BAE6-84CBEA027057}"/>
    </a:ext>
  </a:extLst>
</a:theme>
</file>

<file path=ppt/theme/theme12.xml><?xml version="1.0" encoding="utf-8"?>
<a:theme xmlns:a="http://schemas.openxmlformats.org/drawingml/2006/main" name="Danone Template - Yellow">
  <a:themeElements>
    <a:clrScheme name="Danone 2023">
      <a:dk1>
        <a:srgbClr val="000000"/>
      </a:dk1>
      <a:lt1>
        <a:srgbClr val="FFFFFF"/>
      </a:lt1>
      <a:dk2>
        <a:srgbClr val="002677"/>
      </a:dk2>
      <a:lt2>
        <a:srgbClr val="F2F2F2"/>
      </a:lt2>
      <a:accent1>
        <a:srgbClr val="005EB8"/>
      </a:accent1>
      <a:accent2>
        <a:srgbClr val="00ACED"/>
      </a:accent2>
      <a:accent3>
        <a:srgbClr val="EF3340"/>
      </a:accent3>
      <a:accent4>
        <a:srgbClr val="EE8C6B"/>
      </a:accent4>
      <a:accent5>
        <a:srgbClr val="F3D03E"/>
      </a:accent5>
      <a:accent6>
        <a:srgbClr val="57BAB7"/>
      </a:accent6>
      <a:hlink>
        <a:srgbClr val="002677"/>
      </a:hlink>
      <a:folHlink>
        <a:srgbClr val="000000"/>
      </a:folHlink>
    </a:clrScheme>
    <a:fontScheme name="Danone One">
      <a:majorFont>
        <a:latin typeface="Danone One Condensed"/>
        <a:ea typeface=""/>
        <a:cs typeface=""/>
      </a:majorFont>
      <a:minorFont>
        <a:latin typeface="Danone On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custClrLst>
    <a:custClr name="Blue">
      <a:srgbClr val="005EB8"/>
    </a:custClr>
    <a:custClr name="Aqua">
      <a:srgbClr val="00ACED"/>
    </a:custClr>
    <a:custClr name="Danonino">
      <a:srgbClr val="EF3340"/>
    </a:custClr>
    <a:custClr name="Volvic">
      <a:srgbClr val="54AD18"/>
    </a:custClr>
    <a:custClr name="Bonafont">
      <a:srgbClr val="F88806"/>
    </a:custClr>
    <a:custClr name="Activia">
      <a:srgbClr val="00843D"/>
    </a:custClr>
    <a:custClr name="Provamel">
      <a:srgbClr val="EE8C6B"/>
    </a:custClr>
    <a:custClr name="Alpro">
      <a:srgbClr val="57BAB7"/>
    </a:custClr>
    <a:custClr name="Evian">
      <a:srgbClr val="FFB2BE"/>
    </a:custClr>
    <a:custClr name="Danette">
      <a:srgbClr val="F3D03E"/>
    </a:custClr>
    <a:custClr name="Blue">
      <a:srgbClr val="669ED4"/>
    </a:custClr>
    <a:custClr name="Aqua">
      <a:srgbClr val="66CDF4"/>
    </a:custClr>
    <a:custClr name="Danonino">
      <a:srgbClr val="F5858D"/>
    </a:custClr>
    <a:custClr name="Volvic">
      <a:srgbClr val="98CE74"/>
    </a:custClr>
    <a:custClr name="Bonafont">
      <a:srgbClr val="FBB86A"/>
    </a:custClr>
    <a:custClr name="Activia">
      <a:srgbClr val="66B58B"/>
    </a:custClr>
    <a:custClr name="Provamel">
      <a:srgbClr val="F5BAA6"/>
    </a:custClr>
    <a:custClr name="Alpro">
      <a:srgbClr val="9AD6D4"/>
    </a:custClr>
    <a:custClr name="Evian">
      <a:srgbClr val="FFD1D8"/>
    </a:custClr>
    <a:custClr name="Danette">
      <a:srgbClr val="F8E38B"/>
    </a:custClr>
    <a:custClr name="Blue">
      <a:srgbClr val="B2CFEA"/>
    </a:custClr>
    <a:custClr name="Aqua">
      <a:srgbClr val="B2E6FA"/>
    </a:custClr>
    <a:custClr name="Danonino">
      <a:srgbClr val="FAC2C6"/>
    </a:custClr>
    <a:custClr name="Volvic">
      <a:srgbClr val="CCE7BA"/>
    </a:custClr>
    <a:custClr name="Bonafont">
      <a:srgbClr val="FDDBB4"/>
    </a:custClr>
    <a:custClr name="Activia">
      <a:srgbClr val="B2DAC5"/>
    </a:custClr>
    <a:custClr name="Provamel">
      <a:srgbClr val="FADDD3"/>
    </a:custClr>
    <a:custClr name="Alpro">
      <a:srgbClr val="CDEAE9"/>
    </a:custClr>
    <a:custClr name="Evian">
      <a:srgbClr val="FFE8EC"/>
    </a:custClr>
    <a:custClr name="Danette">
      <a:srgbClr val="FBF1C5"/>
    </a:custClr>
    <a:custClr name="Blue">
      <a:srgbClr val="E5EFF8"/>
    </a:custClr>
    <a:custClr name="Aqua">
      <a:srgbClr val="E5F7FD"/>
    </a:custClr>
    <a:custClr name="Danonino">
      <a:srgbClr val="FDEBEC"/>
    </a:custClr>
    <a:custClr name="Volvic">
      <a:srgbClr val="EEF7E8"/>
    </a:custClr>
    <a:custClr name="Bonafont">
      <a:srgbClr val="FEF3E6"/>
    </a:custClr>
    <a:custClr name="Activia">
      <a:srgbClr val="E5F3EC"/>
    </a:custClr>
    <a:custClr name="Provamel">
      <a:srgbClr val="FDF4F0"/>
    </a:custClr>
    <a:custClr name="Alpro">
      <a:srgbClr val="EEF8F8"/>
    </a:custClr>
    <a:custClr name="Evian">
      <a:srgbClr val="FFF7F9"/>
    </a:custClr>
    <a:custClr name="Danette">
      <a:srgbClr val="FEFAEC"/>
    </a:custClr>
  </a:custClrLst>
  <a:extLst>
    <a:ext uri="{05A4C25C-085E-4340-85A3-A5531E510DB2}">
      <thm15:themeFamily xmlns:thm15="http://schemas.microsoft.com/office/thememl/2012/main" name="1. Standard Quality template Danone Corporate brand nov24" id="{5EFC83D0-0D17-44B7-A9F4-D41AABCFBE28}" vid="{D70A4FB7-5E78-45F1-B457-71D01211D04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anone One Condense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anone One Condense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8FDA70934BD42AED520B0BB02B3E9" ma:contentTypeVersion="4" ma:contentTypeDescription="Create a new document." ma:contentTypeScope="" ma:versionID="55c8668d84d7b862cf0d40d15223a454">
  <xsd:schema xmlns:xsd="http://www.w3.org/2001/XMLSchema" xmlns:xs="http://www.w3.org/2001/XMLSchema" xmlns:p="http://schemas.microsoft.com/office/2006/metadata/properties" xmlns:ns2="8a3ac96c-0641-4993-8b3d-d58772db778b" targetNamespace="http://schemas.microsoft.com/office/2006/metadata/properties" ma:root="true" ma:fieldsID="47cc4f649aad7e9ecf5f0d5db05f35a6" ns2:_="">
    <xsd:import namespace="8a3ac96c-0641-4993-8b3d-d58772db77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3ac96c-0641-4993-8b3d-d58772db77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473FEB-2E19-4AFD-ADC7-45AF76E431B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854D173-B142-4E56-91D2-AD4D7EA267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3ac96c-0641-4993-8b3d-d58772db77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215012-F266-4A23-817B-B86821A263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1. Standard Quality template Danone Corporate brand nov24</Template>
  <TotalTime>2</TotalTime>
  <Words>2677</Words>
  <Application>Microsoft Office PowerPoint</Application>
  <PresentationFormat>宽屏</PresentationFormat>
  <Paragraphs>328</Paragraphs>
  <Slides>55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55</vt:i4>
      </vt:variant>
    </vt:vector>
  </HeadingPairs>
  <TitlesOfParts>
    <vt:vector size="70" baseType="lpstr">
      <vt:lpstr>Danone One Light</vt:lpstr>
      <vt:lpstr>Danone One</vt:lpstr>
      <vt:lpstr>Danone One Condensed</vt:lpstr>
      <vt:lpstr>Danone Template - Grey</vt:lpstr>
      <vt:lpstr>Danone Template - Blue</vt:lpstr>
      <vt:lpstr>Danone Template - Aqua</vt:lpstr>
      <vt:lpstr>Danone Template - Navy</vt:lpstr>
      <vt:lpstr>Danone Template - Red</vt:lpstr>
      <vt:lpstr>Danone Template - Green</vt:lpstr>
      <vt:lpstr>Danone Template - Orange</vt:lpstr>
      <vt:lpstr>Danone Template - Dark Green</vt:lpstr>
      <vt:lpstr>Danone Template - Salmon</vt:lpstr>
      <vt:lpstr>Danone Template - Mint</vt:lpstr>
      <vt:lpstr>Danone Template - Pink</vt:lpstr>
      <vt:lpstr>Danone Template - Yellow</vt:lpstr>
      <vt:lpstr>OPENING  SLIDE title</vt:lpstr>
      <vt:lpstr>OPENING  SLIDE title</vt:lpstr>
      <vt:lpstr>OPENING SLIDE title, square format</vt:lpstr>
      <vt:lpstr>OPENING SLIDE title, square format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CLOSING SLIDE  TITLE</vt:lpstr>
      <vt:lpstr>CLOSING SLIDE 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 Shida (EXT)</dc:creator>
  <cp:lastModifiedBy>FU Shida (EXT)</cp:lastModifiedBy>
  <cp:revision>1</cp:revision>
  <cp:lastPrinted>2023-11-22T11:50:05Z</cp:lastPrinted>
  <dcterms:created xsi:type="dcterms:W3CDTF">2026-05-09T06:20:15Z</dcterms:created>
  <dcterms:modified xsi:type="dcterms:W3CDTF">2026-05-09T06:22:35Z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0x0101008B98FDA70934BD42AED520B0BB02B3E9</vt:lpwstr>
  </property>
</Properties>
</file>